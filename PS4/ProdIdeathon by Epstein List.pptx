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52" r:id="rId3"/>
    <p:sldMasterId id="21474837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Source Code Pro Light"/>
      <p:regular r:id="rId14"/>
      <p:bold r:id="rId15"/>
      <p:italic r:id="rId16"/>
      <p:boldItalic r:id="rId17"/>
    </p:embeddedFont>
    <p:embeddedFont>
      <p:font typeface="Teko"/>
      <p:regular r:id="rId18"/>
      <p:bold r:id="rId19"/>
    </p:embeddedFont>
    <p:embeddedFont>
      <p:font typeface="Source Code Pro ExtraLight"/>
      <p:regular r:id="rId20"/>
      <p:bold r:id="rId21"/>
      <p:italic r:id="rId22"/>
      <p:boldItalic r:id="rId23"/>
    </p:embeddedFont>
    <p:embeddedFont>
      <p:font typeface="Montserrat Medium"/>
      <p:regular r:id="rId24"/>
      <p:bold r:id="rId25"/>
      <p:italic r:id="rId26"/>
      <p:boldItalic r:id="rId27"/>
    </p:embeddedFont>
    <p:embeddedFont>
      <p:font typeface="Source Code Pro"/>
      <p:regular r:id="rId28"/>
      <p:bold r:id="rId29"/>
      <p:italic r:id="rId30"/>
      <p:boldItalic r:id="rId31"/>
    </p:embeddedFont>
    <p:embeddedFont>
      <p:font typeface="Teko Medium"/>
      <p:regular r:id="rId32"/>
      <p:bold r:id="rId33"/>
    </p:embeddedFont>
    <p:embeddedFont>
      <p:font typeface="Source Code Pro Medium"/>
      <p:regular r:id="rId34"/>
      <p:bold r:id="rId35"/>
      <p:italic r:id="rId36"/>
      <p:boldItalic r:id="rId37"/>
    </p:embeddedFont>
    <p:embeddedFont>
      <p:font typeface="Teko Light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SourceCodePro-boldItalic.fntdata"/><Relationship Id="rId30" Type="http://schemas.openxmlformats.org/officeDocument/2006/relationships/font" Target="fonts/SourceCodePro-italic.fntdata"/><Relationship Id="rId33" Type="http://schemas.openxmlformats.org/officeDocument/2006/relationships/font" Target="fonts/TekoMedium-bold.fntdata"/><Relationship Id="rId32" Type="http://schemas.openxmlformats.org/officeDocument/2006/relationships/font" Target="fonts/TekoMedium-regular.fntdata"/><Relationship Id="rId35" Type="http://schemas.openxmlformats.org/officeDocument/2006/relationships/font" Target="fonts/SourceCodeProMedium-bold.fntdata"/><Relationship Id="rId34" Type="http://schemas.openxmlformats.org/officeDocument/2006/relationships/font" Target="fonts/SourceCodeProMedium-regular.fntdata"/><Relationship Id="rId37" Type="http://schemas.openxmlformats.org/officeDocument/2006/relationships/font" Target="fonts/SourceCodeProMedium-boldItalic.fntdata"/><Relationship Id="rId36" Type="http://schemas.openxmlformats.org/officeDocument/2006/relationships/font" Target="fonts/SourceCodeProMedium-italic.fntdata"/><Relationship Id="rId39" Type="http://schemas.openxmlformats.org/officeDocument/2006/relationships/font" Target="fonts/TekoLight-bold.fntdata"/><Relationship Id="rId38" Type="http://schemas.openxmlformats.org/officeDocument/2006/relationships/font" Target="fonts/TekoLight-regular.fntdata"/><Relationship Id="rId20" Type="http://schemas.openxmlformats.org/officeDocument/2006/relationships/font" Target="fonts/SourceCodeProExtraLight-regular.fntdata"/><Relationship Id="rId22" Type="http://schemas.openxmlformats.org/officeDocument/2006/relationships/font" Target="fonts/SourceCodeProExtraLight-italic.fntdata"/><Relationship Id="rId21" Type="http://schemas.openxmlformats.org/officeDocument/2006/relationships/font" Target="fonts/SourceCodeProExtraLight-bold.fntdata"/><Relationship Id="rId24" Type="http://schemas.openxmlformats.org/officeDocument/2006/relationships/font" Target="fonts/MontserratMedium-regular.fntdata"/><Relationship Id="rId23" Type="http://schemas.openxmlformats.org/officeDocument/2006/relationships/font" Target="fonts/SourceCodeProExtraLight-boldItalic.fntdata"/><Relationship Id="rId26" Type="http://schemas.openxmlformats.org/officeDocument/2006/relationships/font" Target="fonts/MontserratMedium-italic.fntdata"/><Relationship Id="rId25" Type="http://schemas.openxmlformats.org/officeDocument/2006/relationships/font" Target="fonts/MontserratMedium-bold.fntdata"/><Relationship Id="rId28" Type="http://schemas.openxmlformats.org/officeDocument/2006/relationships/font" Target="fonts/SourceCodePro-regular.fntdata"/><Relationship Id="rId27" Type="http://schemas.openxmlformats.org/officeDocument/2006/relationships/font" Target="fonts/MontserratMedium-boldItalic.fntdata"/><Relationship Id="rId29" Type="http://schemas.openxmlformats.org/officeDocument/2006/relationships/font" Target="fonts/SourceCodePr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SourceCodeProLight-bold.fntdata"/><Relationship Id="rId14" Type="http://schemas.openxmlformats.org/officeDocument/2006/relationships/font" Target="fonts/SourceCodeProLight-regular.fntdata"/><Relationship Id="rId17" Type="http://schemas.openxmlformats.org/officeDocument/2006/relationships/font" Target="fonts/SourceCodeProLight-boldItalic.fntdata"/><Relationship Id="rId16" Type="http://schemas.openxmlformats.org/officeDocument/2006/relationships/font" Target="fonts/SourceCodeProLight-italic.fntdata"/><Relationship Id="rId19" Type="http://schemas.openxmlformats.org/officeDocument/2006/relationships/font" Target="fonts/Teko-bold.fntdata"/><Relationship Id="rId18" Type="http://schemas.openxmlformats.org/officeDocument/2006/relationships/font" Target="fonts/Tek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6" name="Shape 2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7" name="Google Shape;2537;gc3f39c37e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8" name="Google Shape;2538;gc3f39c37e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0" name="Shape 2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" name="Google Shape;2621;gc1ed19aa3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2" name="Google Shape;2622;gc1ed19aa3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1" name="Shape 2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2" name="Google Shape;2632;gc4b8acc492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3" name="Google Shape;2633;gc4b8acc492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0" name="Shape 2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" name="Google Shape;2641;gc3f39c37e4_0_7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2" name="Google Shape;2642;gc3f39c37e4_0_7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4" name="Shape 2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5" name="Google Shape;2675;gb6a635bb28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6" name="Google Shape;2676;gb6a635bb28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8" name="Shape 2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9" name="Google Shape;2709;g7b45184565_2_6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0" name="Google Shape;2710;g7b45184565_2_6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7" name="Shape 2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8" name="Google Shape;2748;h581d6c0f2392cf5_53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9" name="Google Shape;2749;h581d6c0f2392cf5_53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2" name="Shape 2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3" name="Google Shape;2753;gc4f33a2ef0_0_10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4" name="Google Shape;2754;gc4f33a2ef0_0_10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694025" y="540000"/>
            <a:ext cx="3729900" cy="179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292075" y="3776275"/>
            <a:ext cx="253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1" name="Google Shape;11;p2"/>
          <p:cNvGrpSpPr/>
          <p:nvPr/>
        </p:nvGrpSpPr>
        <p:grpSpPr>
          <a:xfrm>
            <a:off x="8672046" y="245581"/>
            <a:ext cx="228825" cy="4652346"/>
            <a:chOff x="8672046" y="245581"/>
            <a:chExt cx="228825" cy="4652346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8672046" y="245581"/>
              <a:ext cx="228825" cy="228825"/>
              <a:chOff x="3023950" y="3689950"/>
              <a:chExt cx="316100" cy="3161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" name="Google Shape;16;p2"/>
            <p:cNvGrpSpPr/>
            <p:nvPr/>
          </p:nvGrpSpPr>
          <p:grpSpPr>
            <a:xfrm>
              <a:off x="8672046" y="4669071"/>
              <a:ext cx="228825" cy="228856"/>
              <a:chOff x="3023950" y="3689950"/>
              <a:chExt cx="316100" cy="3161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oogle Shape;21;p3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2" name="Google Shape;22;p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6" name="Google Shape;26;p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9" name="Google Shape;29;p3"/>
          <p:cNvGrpSpPr/>
          <p:nvPr/>
        </p:nvGrpSpPr>
        <p:grpSpPr>
          <a:xfrm>
            <a:off x="245739" y="4669065"/>
            <a:ext cx="228825" cy="228856"/>
            <a:chOff x="3023950" y="3689950"/>
            <a:chExt cx="316100" cy="316100"/>
          </a:xfrm>
        </p:grpSpPr>
        <p:sp>
          <p:nvSpPr>
            <p:cNvPr id="30" name="Google Shape;30;p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" name="Google Shape;33;p3"/>
          <p:cNvGrpSpPr/>
          <p:nvPr/>
        </p:nvGrpSpPr>
        <p:grpSpPr>
          <a:xfrm>
            <a:off x="4672726" y="1648692"/>
            <a:ext cx="4108323" cy="3132999"/>
            <a:chOff x="5614975" y="2571738"/>
            <a:chExt cx="2725075" cy="2078413"/>
          </a:xfrm>
        </p:grpSpPr>
        <p:grpSp>
          <p:nvGrpSpPr>
            <p:cNvPr id="34" name="Google Shape;34;p3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35" name="Google Shape;35;p3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3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3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" name="Google Shape;47;p3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48" name="Google Shape;48;p3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3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0" name="Google Shape;60;p3"/>
          <p:cNvSpPr txBox="1"/>
          <p:nvPr>
            <p:ph hasCustomPrompt="1" type="title"/>
          </p:nvPr>
        </p:nvSpPr>
        <p:spPr>
          <a:xfrm>
            <a:off x="4064725" y="1001700"/>
            <a:ext cx="12702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3"/>
          <p:cNvSpPr txBox="1"/>
          <p:nvPr>
            <p:ph idx="2" type="title"/>
          </p:nvPr>
        </p:nvSpPr>
        <p:spPr>
          <a:xfrm>
            <a:off x="4064725" y="2285700"/>
            <a:ext cx="4359300" cy="7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2" name="Google Shape;62;p3"/>
          <p:cNvSpPr txBox="1"/>
          <p:nvPr>
            <p:ph idx="1" type="subTitle"/>
          </p:nvPr>
        </p:nvSpPr>
        <p:spPr>
          <a:xfrm>
            <a:off x="4064725" y="3266100"/>
            <a:ext cx="43593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" name="Google Shape;64;p4"/>
          <p:cNvGrpSpPr/>
          <p:nvPr/>
        </p:nvGrpSpPr>
        <p:grpSpPr>
          <a:xfrm>
            <a:off x="4623226" y="329155"/>
            <a:ext cx="4189623" cy="3267308"/>
            <a:chOff x="4623226" y="329155"/>
            <a:chExt cx="4189623" cy="3267308"/>
          </a:xfrm>
        </p:grpSpPr>
        <p:grpSp>
          <p:nvGrpSpPr>
            <p:cNvPr id="65" name="Google Shape;65;p4"/>
            <p:cNvGrpSpPr/>
            <p:nvPr/>
          </p:nvGrpSpPr>
          <p:grpSpPr>
            <a:xfrm>
              <a:off x="8755334" y="585997"/>
              <a:ext cx="57515" cy="3010466"/>
              <a:chOff x="8301900" y="2571738"/>
              <a:chExt cx="38150" cy="1997125"/>
            </a:xfrm>
          </p:grpSpPr>
          <p:sp>
            <p:nvSpPr>
              <p:cNvPr id="66" name="Google Shape;66;p4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4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" name="Google Shape;71;p4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" name="Google Shape;72;p4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4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4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" name="Google Shape;76;p4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" name="Google Shape;77;p4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" name="Google Shape;78;p4"/>
            <p:cNvGrpSpPr/>
            <p:nvPr/>
          </p:nvGrpSpPr>
          <p:grpSpPr>
            <a:xfrm>
              <a:off x="4623226" y="329155"/>
              <a:ext cx="3915426" cy="61690"/>
              <a:chOff x="5614975" y="4609225"/>
              <a:chExt cx="2597125" cy="40925"/>
            </a:xfrm>
          </p:grpSpPr>
          <p:sp>
            <p:nvSpPr>
              <p:cNvPr id="79" name="Google Shape;79;p4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4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4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4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4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4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4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4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4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4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4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4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91" name="Google Shape;91;p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2" name="Google Shape;92;p4"/>
          <p:cNvSpPr txBox="1"/>
          <p:nvPr>
            <p:ph idx="1" type="body"/>
          </p:nvPr>
        </p:nvSpPr>
        <p:spPr>
          <a:xfrm>
            <a:off x="720000" y="1225625"/>
            <a:ext cx="7704000" cy="3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eriod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grpSp>
        <p:nvGrpSpPr>
          <p:cNvPr id="93" name="Google Shape;93;p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94" name="Google Shape;94;p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" name="Google Shape;97;p4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98" name="Google Shape;98;p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" name="Google Shape;101;p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02" name="Google Shape;102;p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5" name="Google Shape;105;p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06" name="Google Shape;106;p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" name="Google Shape;110;p5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11" name="Google Shape;111;p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4" name="Google Shape;114;p5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15" name="Google Shape;115;p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5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19" name="Google Shape;119;p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" name="Google Shape;122;p5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23" name="Google Shape;123;p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6" name="Google Shape;126;p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7" name="Google Shape;127;p5"/>
          <p:cNvSpPr txBox="1"/>
          <p:nvPr>
            <p:ph idx="1" type="subTitle"/>
          </p:nvPr>
        </p:nvSpPr>
        <p:spPr>
          <a:xfrm>
            <a:off x="567600" y="2042525"/>
            <a:ext cx="26967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128" name="Google Shape;128;p5"/>
          <p:cNvSpPr txBox="1"/>
          <p:nvPr>
            <p:ph idx="2" type="subTitle"/>
          </p:nvPr>
        </p:nvSpPr>
        <p:spPr>
          <a:xfrm>
            <a:off x="5879700" y="2042525"/>
            <a:ext cx="26967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129" name="Google Shape;129;p5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30" name="Google Shape;130;p5"/>
          <p:cNvSpPr txBox="1"/>
          <p:nvPr>
            <p:ph idx="3" type="subTitle"/>
          </p:nvPr>
        </p:nvSpPr>
        <p:spPr>
          <a:xfrm>
            <a:off x="571500" y="2409825"/>
            <a:ext cx="2696700" cy="13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5"/>
          <p:cNvSpPr txBox="1"/>
          <p:nvPr>
            <p:ph idx="4" type="subTitle"/>
          </p:nvPr>
        </p:nvSpPr>
        <p:spPr>
          <a:xfrm>
            <a:off x="5875800" y="2409825"/>
            <a:ext cx="2696700" cy="13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4" name="Google Shape;134;p6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35" name="Google Shape;135;p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" name="Google Shape;138;p6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39" name="Google Shape;139;p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2" name="Google Shape;142;p6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43" name="Google Shape;143;p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" name="Google Shape;146;p6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47" name="Google Shape;147;p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0" name="Google Shape;150;p6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7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53" name="Google Shape;153;p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6" name="Google Shape;156;p7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57" name="Google Shape;157;p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" name="Google Shape;158;p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" name="Google Shape;160;p7"/>
          <p:cNvSpPr txBox="1"/>
          <p:nvPr>
            <p:ph type="title"/>
          </p:nvPr>
        </p:nvSpPr>
        <p:spPr>
          <a:xfrm>
            <a:off x="4809375" y="1324550"/>
            <a:ext cx="3614700" cy="8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1" name="Google Shape;161;p7"/>
          <p:cNvSpPr txBox="1"/>
          <p:nvPr>
            <p:ph idx="1" type="subTitle"/>
          </p:nvPr>
        </p:nvSpPr>
        <p:spPr>
          <a:xfrm>
            <a:off x="4809375" y="2181400"/>
            <a:ext cx="3614700" cy="18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8"/>
          <p:cNvPicPr preferRelativeResize="0"/>
          <p:nvPr/>
        </p:nvPicPr>
        <p:blipFill rotWithShape="1">
          <a:blip r:embed="rId2">
            <a:alphaModFix/>
          </a:blip>
          <a:srcRect b="47925" l="0" r="0" t="0"/>
          <a:stretch/>
        </p:blipFill>
        <p:spPr>
          <a:xfrm>
            <a:off x="4046450" y="-507250"/>
            <a:ext cx="58531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56399"/>
          <a:stretch/>
        </p:blipFill>
        <p:spPr>
          <a:xfrm>
            <a:off x="-1609725" y="3276600"/>
            <a:ext cx="6858000" cy="224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8"/>
          <p:cNvSpPr txBox="1"/>
          <p:nvPr>
            <p:ph type="title"/>
          </p:nvPr>
        </p:nvSpPr>
        <p:spPr>
          <a:xfrm>
            <a:off x="720000" y="1924225"/>
            <a:ext cx="7704000" cy="8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66" name="Google Shape;166;p8"/>
          <p:cNvSpPr txBox="1"/>
          <p:nvPr>
            <p:ph idx="1" type="subTitle"/>
          </p:nvPr>
        </p:nvSpPr>
        <p:spPr>
          <a:xfrm>
            <a:off x="2501100" y="3084800"/>
            <a:ext cx="4141800" cy="4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7" name="Google Shape;167;p8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68" name="Google Shape;168;p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8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72" name="Google Shape;172;p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5" name="Google Shape;175;p8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76" name="Google Shape;176;p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" name="Google Shape;179;p8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80" name="Google Shape;180;p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" name="Google Shape;183;p8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5" name="Google Shape;185;p9"/>
          <p:cNvGrpSpPr/>
          <p:nvPr/>
        </p:nvGrpSpPr>
        <p:grpSpPr>
          <a:xfrm>
            <a:off x="8669664" y="4669088"/>
            <a:ext cx="228825" cy="228825"/>
            <a:chOff x="3023950" y="3689950"/>
            <a:chExt cx="316100" cy="316100"/>
          </a:xfrm>
        </p:grpSpPr>
        <p:sp>
          <p:nvSpPr>
            <p:cNvPr id="186" name="Google Shape;186;p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" name="Google Shape;189;p9"/>
          <p:cNvGrpSpPr/>
          <p:nvPr/>
        </p:nvGrpSpPr>
        <p:grpSpPr>
          <a:xfrm>
            <a:off x="245739" y="4669088"/>
            <a:ext cx="228825" cy="228825"/>
            <a:chOff x="3023950" y="3689950"/>
            <a:chExt cx="316100" cy="316100"/>
          </a:xfrm>
        </p:grpSpPr>
        <p:sp>
          <p:nvSpPr>
            <p:cNvPr id="190" name="Google Shape;190;p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3" name="Google Shape;193;p9"/>
          <p:cNvSpPr txBox="1"/>
          <p:nvPr/>
        </p:nvSpPr>
        <p:spPr>
          <a:xfrm>
            <a:off x="2347175" y="245605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94" name="Google Shape;194;p9"/>
          <p:cNvSpPr txBox="1"/>
          <p:nvPr>
            <p:ph type="title"/>
          </p:nvPr>
        </p:nvSpPr>
        <p:spPr>
          <a:xfrm>
            <a:off x="720000" y="1202100"/>
            <a:ext cx="3694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95" name="Google Shape;195;p9"/>
          <p:cNvSpPr txBox="1"/>
          <p:nvPr>
            <p:ph idx="1" type="subTitle"/>
          </p:nvPr>
        </p:nvSpPr>
        <p:spPr>
          <a:xfrm>
            <a:off x="720000" y="1957800"/>
            <a:ext cx="36942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 txBox="1"/>
          <p:nvPr>
            <p:ph idx="1" type="body"/>
          </p:nvPr>
        </p:nvSpPr>
        <p:spPr>
          <a:xfrm>
            <a:off x="873250" y="1551675"/>
            <a:ext cx="73974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eko"/>
              <a:buNone/>
              <a:defRPr sz="6000">
                <a:latin typeface="Teko"/>
                <a:ea typeface="Teko"/>
                <a:cs typeface="Teko"/>
                <a:sym typeface="Teko"/>
              </a:defRPr>
            </a:lvl1pPr>
          </a:lstStyle>
          <a:p/>
        </p:txBody>
      </p:sp>
      <p:grpSp>
        <p:nvGrpSpPr>
          <p:cNvPr id="198" name="Google Shape;198;p1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99" name="Google Shape;199;p1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1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2" name="Google Shape;202;p10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03" name="Google Shape;203;p1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1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" name="Google Shape;206;p1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07" name="Google Shape;207;p1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1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" name="Google Shape;210;p1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11" name="Google Shape;211;p1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1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4" name="Google Shape;214;p10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 txBox="1"/>
          <p:nvPr>
            <p:ph hasCustomPrompt="1" type="title"/>
          </p:nvPr>
        </p:nvSpPr>
        <p:spPr>
          <a:xfrm>
            <a:off x="720000" y="1973100"/>
            <a:ext cx="7704000" cy="11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17" name="Google Shape;217;p11"/>
          <p:cNvSpPr txBox="1"/>
          <p:nvPr>
            <p:ph idx="1" type="subTitle"/>
          </p:nvPr>
        </p:nvSpPr>
        <p:spPr>
          <a:xfrm>
            <a:off x="1176750" y="3528075"/>
            <a:ext cx="6790500" cy="5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18" name="Google Shape;218;p1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19" name="Google Shape;219;p1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1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2" name="Google Shape;222;p11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23" name="Google Shape;223;p1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1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6" name="Google Shape;226;p1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27" name="Google Shape;227;p1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1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0" name="Google Shape;230;p1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31" name="Google Shape;231;p1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" name="Google Shape;232;p1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4" name="Google Shape;234;p11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pic>
        <p:nvPicPr>
          <p:cNvPr id="235" name="Google Shape;235;p11"/>
          <p:cNvPicPr preferRelativeResize="0"/>
          <p:nvPr/>
        </p:nvPicPr>
        <p:blipFill rotWithShape="1">
          <a:blip r:embed="rId2">
            <a:alphaModFix/>
          </a:blip>
          <a:srcRect b="53188" l="0" r="0" t="0"/>
          <a:stretch/>
        </p:blipFill>
        <p:spPr>
          <a:xfrm>
            <a:off x="720000" y="-762000"/>
            <a:ext cx="6972300" cy="2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1"/>
          <p:cNvPicPr preferRelativeResize="0"/>
          <p:nvPr/>
        </p:nvPicPr>
        <p:blipFill rotWithShape="1">
          <a:blip r:embed="rId2">
            <a:alphaModFix/>
          </a:blip>
          <a:srcRect b="53188" l="0" r="0" t="0"/>
          <a:stretch/>
        </p:blipFill>
        <p:spPr>
          <a:xfrm flipH="1">
            <a:off x="1176750" y="-863962"/>
            <a:ext cx="6972300" cy="244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 txBox="1"/>
          <p:nvPr>
            <p:ph type="title"/>
          </p:nvPr>
        </p:nvSpPr>
        <p:spPr>
          <a:xfrm>
            <a:off x="720000" y="540000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40" name="Google Shape;240;p13"/>
          <p:cNvSpPr txBox="1"/>
          <p:nvPr>
            <p:ph idx="1" type="subTitle"/>
          </p:nvPr>
        </p:nvSpPr>
        <p:spPr>
          <a:xfrm>
            <a:off x="685800" y="1919800"/>
            <a:ext cx="3852000" cy="26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1" name="Google Shape;241;p13"/>
          <p:cNvSpPr txBox="1"/>
          <p:nvPr>
            <p:ph hasCustomPrompt="1" idx="2" type="title"/>
          </p:nvPr>
        </p:nvSpPr>
        <p:spPr>
          <a:xfrm>
            <a:off x="4567250" y="1359863"/>
            <a:ext cx="6168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42" name="Google Shape;242;p13"/>
          <p:cNvSpPr txBox="1"/>
          <p:nvPr>
            <p:ph idx="3" type="subTitle"/>
          </p:nvPr>
        </p:nvSpPr>
        <p:spPr>
          <a:xfrm>
            <a:off x="2182500" y="1521713"/>
            <a:ext cx="2355300" cy="37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13"/>
          <p:cNvSpPr txBox="1"/>
          <p:nvPr>
            <p:ph idx="4" type="subTitle"/>
          </p:nvPr>
        </p:nvSpPr>
        <p:spPr>
          <a:xfrm>
            <a:off x="685800" y="2642188"/>
            <a:ext cx="3852000" cy="26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3"/>
          <p:cNvSpPr txBox="1"/>
          <p:nvPr>
            <p:ph hasCustomPrompt="1" idx="5" type="title"/>
          </p:nvPr>
        </p:nvSpPr>
        <p:spPr>
          <a:xfrm>
            <a:off x="4567250" y="2089600"/>
            <a:ext cx="6168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/>
          <p:nvPr>
            <p:ph idx="6" type="subTitle"/>
          </p:nvPr>
        </p:nvSpPr>
        <p:spPr>
          <a:xfrm>
            <a:off x="2182500" y="2258263"/>
            <a:ext cx="2355300" cy="37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13"/>
          <p:cNvSpPr txBox="1"/>
          <p:nvPr>
            <p:ph idx="7" type="subTitle"/>
          </p:nvPr>
        </p:nvSpPr>
        <p:spPr>
          <a:xfrm>
            <a:off x="685800" y="3385563"/>
            <a:ext cx="3852000" cy="26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13"/>
          <p:cNvSpPr txBox="1"/>
          <p:nvPr>
            <p:ph hasCustomPrompt="1" idx="8" type="title"/>
          </p:nvPr>
        </p:nvSpPr>
        <p:spPr>
          <a:xfrm>
            <a:off x="4567250" y="2832963"/>
            <a:ext cx="6168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/>
          <p:nvPr>
            <p:ph idx="9" type="subTitle"/>
          </p:nvPr>
        </p:nvSpPr>
        <p:spPr>
          <a:xfrm>
            <a:off x="2182500" y="2994813"/>
            <a:ext cx="2355300" cy="37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13"/>
          <p:cNvSpPr txBox="1"/>
          <p:nvPr>
            <p:ph idx="13" type="subTitle"/>
          </p:nvPr>
        </p:nvSpPr>
        <p:spPr>
          <a:xfrm>
            <a:off x="685800" y="4128938"/>
            <a:ext cx="3852000" cy="26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13"/>
          <p:cNvSpPr txBox="1"/>
          <p:nvPr>
            <p:ph hasCustomPrompt="1" idx="14" type="title"/>
          </p:nvPr>
        </p:nvSpPr>
        <p:spPr>
          <a:xfrm>
            <a:off x="4567250" y="3576338"/>
            <a:ext cx="6168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251" name="Google Shape;251;p13"/>
          <p:cNvSpPr txBox="1"/>
          <p:nvPr>
            <p:ph idx="15" type="subTitle"/>
          </p:nvPr>
        </p:nvSpPr>
        <p:spPr>
          <a:xfrm>
            <a:off x="2182500" y="3738188"/>
            <a:ext cx="2355300" cy="37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52" name="Google Shape;252;p13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53" name="Google Shape;253;p1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1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6" name="Google Shape;256;p13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57" name="Google Shape;257;p1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" name="Google Shape;258;p1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0" name="Google Shape;260;p1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61" name="Google Shape;261;p1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1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" name="Google Shape;264;p13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65" name="Google Shape;265;p1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1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" name="Google Shape;267;p1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8" name="Google Shape;268;p13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6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14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271" name="Google Shape;271;p14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272" name="Google Shape;272;p14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14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14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5" name="Google Shape;275;p14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276" name="Google Shape;276;p14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14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14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79" name="Google Shape;279;p14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280" name="Google Shape;280;p14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1" name="Google Shape;281;p14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2" name="Google Shape;282;p14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3" name="Google Shape;283;p14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284" name="Google Shape;284;p14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5" name="Google Shape;285;p14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14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87" name="Google Shape;287;p14"/>
            <p:cNvSpPr txBox="1"/>
            <p:nvPr/>
          </p:nvSpPr>
          <p:spPr>
            <a:xfrm>
              <a:off x="2347050" y="4735330"/>
              <a:ext cx="44499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003-1040559    1250 003-77156.8   1760 0009-14563.7   73273  </a:t>
              </a:r>
              <a:endParaRPr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endParaRPr>
            </a:p>
          </p:txBody>
        </p:sp>
      </p:grpSp>
      <p:sp>
        <p:nvSpPr>
          <p:cNvPr id="288" name="Google Shape;288;p14"/>
          <p:cNvSpPr txBox="1"/>
          <p:nvPr>
            <p:ph type="title"/>
          </p:nvPr>
        </p:nvSpPr>
        <p:spPr>
          <a:xfrm>
            <a:off x="1614900" y="1519311"/>
            <a:ext cx="2957100" cy="13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89" name="Google Shape;289;p14"/>
          <p:cNvSpPr txBox="1"/>
          <p:nvPr>
            <p:ph idx="1" type="subTitle"/>
          </p:nvPr>
        </p:nvSpPr>
        <p:spPr>
          <a:xfrm>
            <a:off x="1111800" y="3069461"/>
            <a:ext cx="34602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0" name="Google Shape;290;p14"/>
          <p:cNvSpPr txBox="1"/>
          <p:nvPr>
            <p:ph hasCustomPrompt="1" idx="2" type="title"/>
          </p:nvPr>
        </p:nvSpPr>
        <p:spPr>
          <a:xfrm>
            <a:off x="6525300" y="3048336"/>
            <a:ext cx="13629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6_1"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2" name="Google Shape;292;p15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293" name="Google Shape;293;p15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294" name="Google Shape;294;p1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1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1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97" name="Google Shape;297;p15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298" name="Google Shape;298;p1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1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1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1" name="Google Shape;301;p15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302" name="Google Shape;302;p1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1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1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5" name="Google Shape;305;p15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306" name="Google Shape;306;p1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1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1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309" name="Google Shape;309;p15"/>
          <p:cNvSpPr txBox="1"/>
          <p:nvPr>
            <p:ph type="title"/>
          </p:nvPr>
        </p:nvSpPr>
        <p:spPr>
          <a:xfrm>
            <a:off x="720000" y="2382300"/>
            <a:ext cx="3621000" cy="7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10" name="Google Shape;310;p15"/>
          <p:cNvSpPr txBox="1"/>
          <p:nvPr>
            <p:ph idx="1" type="subTitle"/>
          </p:nvPr>
        </p:nvSpPr>
        <p:spPr>
          <a:xfrm>
            <a:off x="720000" y="3170700"/>
            <a:ext cx="3621000" cy="7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hasCustomPrompt="1" idx="2" type="title"/>
          </p:nvPr>
        </p:nvSpPr>
        <p:spPr>
          <a:xfrm>
            <a:off x="2905500" y="1228200"/>
            <a:ext cx="14355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12" name="Google Shape;312;p15"/>
          <p:cNvSpPr txBox="1"/>
          <p:nvPr/>
        </p:nvSpPr>
        <p:spPr>
          <a:xfrm>
            <a:off x="2347175" y="245605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6_1_1"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16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315" name="Google Shape;315;p16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316" name="Google Shape;316;p1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1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1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19" name="Google Shape;319;p16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320" name="Google Shape;320;p1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1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1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3" name="Google Shape;323;p16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324" name="Google Shape;324;p1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1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1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27" name="Google Shape;327;p16"/>
            <p:cNvGrpSpPr/>
            <p:nvPr/>
          </p:nvGrpSpPr>
          <p:grpSpPr>
            <a:xfrm>
              <a:off x="4672726" y="1652797"/>
              <a:ext cx="4108323" cy="3132999"/>
              <a:chOff x="5614975" y="2571738"/>
              <a:chExt cx="2725075" cy="2078413"/>
            </a:xfrm>
          </p:grpSpPr>
          <p:grpSp>
            <p:nvGrpSpPr>
              <p:cNvPr id="328" name="Google Shape;328;p16"/>
              <p:cNvGrpSpPr/>
              <p:nvPr/>
            </p:nvGrpSpPr>
            <p:grpSpPr>
              <a:xfrm>
                <a:off x="8301900" y="2571738"/>
                <a:ext cx="38150" cy="1997125"/>
                <a:chOff x="8301900" y="2571738"/>
                <a:chExt cx="38150" cy="1997125"/>
              </a:xfrm>
            </p:grpSpPr>
            <p:sp>
              <p:nvSpPr>
                <p:cNvPr id="329" name="Google Shape;329;p16"/>
                <p:cNvSpPr/>
                <p:nvPr/>
              </p:nvSpPr>
              <p:spPr>
                <a:xfrm>
                  <a:off x="8305713" y="2571738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112"/>
                      </a:moveTo>
                      <a:cubicBezTo>
                        <a:pt x="416" y="112"/>
                        <a:pt x="472" y="112"/>
                        <a:pt x="500" y="167"/>
                      </a:cubicBezTo>
                      <a:cubicBezTo>
                        <a:pt x="527" y="223"/>
                        <a:pt x="555" y="278"/>
                        <a:pt x="555" y="361"/>
                      </a:cubicBezTo>
                      <a:cubicBezTo>
                        <a:pt x="555" y="389"/>
                        <a:pt x="555" y="417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66"/>
                        <a:pt x="527" y="722"/>
                        <a:pt x="500" y="777"/>
                      </a:cubicBezTo>
                      <a:cubicBezTo>
                        <a:pt x="472" y="805"/>
                        <a:pt x="416" y="833"/>
                        <a:pt x="333" y="833"/>
                      </a:cubicBezTo>
                      <a:cubicBezTo>
                        <a:pt x="278" y="833"/>
                        <a:pt x="222" y="805"/>
                        <a:pt x="195" y="777"/>
                      </a:cubicBezTo>
                      <a:cubicBezTo>
                        <a:pt x="167" y="722"/>
                        <a:pt x="139" y="666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3"/>
                        <a:pt x="195" y="167"/>
                      </a:cubicBezTo>
                      <a:cubicBezTo>
                        <a:pt x="222" y="112"/>
                        <a:pt x="278" y="112"/>
                        <a:pt x="333" y="112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29"/>
                        <a:pt x="111" y="84"/>
                      </a:cubicBezTo>
                      <a:cubicBezTo>
                        <a:pt x="56" y="167"/>
                        <a:pt x="28" y="250"/>
                        <a:pt x="28" y="361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3"/>
                      </a:cubicBezTo>
                      <a:cubicBezTo>
                        <a:pt x="139" y="916"/>
                        <a:pt x="222" y="944"/>
                        <a:pt x="333" y="944"/>
                      </a:cubicBezTo>
                      <a:cubicBezTo>
                        <a:pt x="472" y="944"/>
                        <a:pt x="555" y="916"/>
                        <a:pt x="583" y="833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8"/>
                        <a:pt x="694" y="472"/>
                      </a:cubicBezTo>
                      <a:cubicBezTo>
                        <a:pt x="694" y="417"/>
                        <a:pt x="666" y="389"/>
                        <a:pt x="666" y="361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9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16"/>
                <p:cNvSpPr/>
                <p:nvPr/>
              </p:nvSpPr>
              <p:spPr>
                <a:xfrm>
                  <a:off x="8302600" y="2966313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84"/>
                      </a:moveTo>
                      <a:cubicBezTo>
                        <a:pt x="416" y="84"/>
                        <a:pt x="472" y="111"/>
                        <a:pt x="500" y="167"/>
                      </a:cubicBezTo>
                      <a:cubicBezTo>
                        <a:pt x="527" y="222"/>
                        <a:pt x="555" y="278"/>
                        <a:pt x="555" y="361"/>
                      </a:cubicBezTo>
                      <a:cubicBezTo>
                        <a:pt x="555" y="389"/>
                        <a:pt x="555" y="416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38"/>
                        <a:pt x="527" y="721"/>
                        <a:pt x="500" y="749"/>
                      </a:cubicBezTo>
                      <a:cubicBezTo>
                        <a:pt x="472" y="805"/>
                        <a:pt x="416" y="832"/>
                        <a:pt x="333" y="832"/>
                      </a:cubicBezTo>
                      <a:cubicBezTo>
                        <a:pt x="278" y="832"/>
                        <a:pt x="222" y="805"/>
                        <a:pt x="195" y="749"/>
                      </a:cubicBezTo>
                      <a:cubicBezTo>
                        <a:pt x="167" y="721"/>
                        <a:pt x="139" y="638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2"/>
                        <a:pt x="195" y="167"/>
                      </a:cubicBezTo>
                      <a:cubicBezTo>
                        <a:pt x="222" y="111"/>
                        <a:pt x="278" y="84"/>
                        <a:pt x="333" y="84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28"/>
                        <a:pt x="111" y="84"/>
                      </a:cubicBezTo>
                      <a:cubicBezTo>
                        <a:pt x="56" y="167"/>
                        <a:pt x="28" y="250"/>
                        <a:pt x="28" y="333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2"/>
                      </a:cubicBezTo>
                      <a:cubicBezTo>
                        <a:pt x="139" y="915"/>
                        <a:pt x="222" y="943"/>
                        <a:pt x="333" y="943"/>
                      </a:cubicBezTo>
                      <a:cubicBezTo>
                        <a:pt x="472" y="943"/>
                        <a:pt x="555" y="915"/>
                        <a:pt x="583" y="832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7"/>
                        <a:pt x="694" y="472"/>
                      </a:cubicBezTo>
                      <a:cubicBezTo>
                        <a:pt x="694" y="416"/>
                        <a:pt x="666" y="361"/>
                        <a:pt x="666" y="333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8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16"/>
                <p:cNvSpPr/>
                <p:nvPr/>
              </p:nvSpPr>
              <p:spPr>
                <a:xfrm>
                  <a:off x="8302250" y="3360888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84"/>
                      </a:moveTo>
                      <a:cubicBezTo>
                        <a:pt x="416" y="84"/>
                        <a:pt x="472" y="112"/>
                        <a:pt x="500" y="167"/>
                      </a:cubicBezTo>
                      <a:cubicBezTo>
                        <a:pt x="527" y="223"/>
                        <a:pt x="555" y="278"/>
                        <a:pt x="555" y="361"/>
                      </a:cubicBezTo>
                      <a:cubicBezTo>
                        <a:pt x="555" y="389"/>
                        <a:pt x="555" y="417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38"/>
                        <a:pt x="527" y="722"/>
                        <a:pt x="500" y="749"/>
                      </a:cubicBezTo>
                      <a:cubicBezTo>
                        <a:pt x="472" y="805"/>
                        <a:pt x="416" y="833"/>
                        <a:pt x="333" y="833"/>
                      </a:cubicBezTo>
                      <a:cubicBezTo>
                        <a:pt x="278" y="833"/>
                        <a:pt x="222" y="805"/>
                        <a:pt x="195" y="749"/>
                      </a:cubicBezTo>
                      <a:cubicBezTo>
                        <a:pt x="167" y="722"/>
                        <a:pt x="139" y="638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3"/>
                        <a:pt x="195" y="167"/>
                      </a:cubicBezTo>
                      <a:cubicBezTo>
                        <a:pt x="222" y="112"/>
                        <a:pt x="278" y="84"/>
                        <a:pt x="333" y="84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29"/>
                        <a:pt x="111" y="84"/>
                      </a:cubicBezTo>
                      <a:cubicBezTo>
                        <a:pt x="56" y="167"/>
                        <a:pt x="28" y="250"/>
                        <a:pt x="28" y="334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3"/>
                      </a:cubicBezTo>
                      <a:cubicBezTo>
                        <a:pt x="139" y="916"/>
                        <a:pt x="222" y="943"/>
                        <a:pt x="333" y="943"/>
                      </a:cubicBezTo>
                      <a:cubicBezTo>
                        <a:pt x="472" y="943"/>
                        <a:pt x="555" y="916"/>
                        <a:pt x="583" y="833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8"/>
                        <a:pt x="694" y="472"/>
                      </a:cubicBezTo>
                      <a:cubicBezTo>
                        <a:pt x="694" y="417"/>
                        <a:pt x="666" y="361"/>
                        <a:pt x="666" y="334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9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16"/>
                <p:cNvSpPr/>
                <p:nvPr/>
              </p:nvSpPr>
              <p:spPr>
                <a:xfrm>
                  <a:off x="8301900" y="3755463"/>
                  <a:ext cx="17350" cy="23575"/>
                </a:xfrm>
                <a:custGeom>
                  <a:rect b="b" l="l" r="r" t="t"/>
                  <a:pathLst>
                    <a:path extrusionOk="0" h="943" w="694">
                      <a:moveTo>
                        <a:pt x="333" y="83"/>
                      </a:moveTo>
                      <a:cubicBezTo>
                        <a:pt x="416" y="83"/>
                        <a:pt x="472" y="111"/>
                        <a:pt x="500" y="166"/>
                      </a:cubicBezTo>
                      <a:cubicBezTo>
                        <a:pt x="527" y="222"/>
                        <a:pt x="555" y="277"/>
                        <a:pt x="555" y="361"/>
                      </a:cubicBezTo>
                      <a:cubicBezTo>
                        <a:pt x="555" y="388"/>
                        <a:pt x="555" y="416"/>
                        <a:pt x="555" y="471"/>
                      </a:cubicBezTo>
                      <a:cubicBezTo>
                        <a:pt x="555" y="499"/>
                        <a:pt x="555" y="555"/>
                        <a:pt x="555" y="582"/>
                      </a:cubicBezTo>
                      <a:cubicBezTo>
                        <a:pt x="555" y="638"/>
                        <a:pt x="527" y="721"/>
                        <a:pt x="500" y="749"/>
                      </a:cubicBezTo>
                      <a:cubicBezTo>
                        <a:pt x="472" y="804"/>
                        <a:pt x="416" y="832"/>
                        <a:pt x="333" y="832"/>
                      </a:cubicBezTo>
                      <a:cubicBezTo>
                        <a:pt x="278" y="832"/>
                        <a:pt x="222" y="804"/>
                        <a:pt x="195" y="749"/>
                      </a:cubicBezTo>
                      <a:cubicBezTo>
                        <a:pt x="167" y="721"/>
                        <a:pt x="139" y="638"/>
                        <a:pt x="139" y="582"/>
                      </a:cubicBezTo>
                      <a:lnTo>
                        <a:pt x="139" y="471"/>
                      </a:lnTo>
                      <a:lnTo>
                        <a:pt x="139" y="361"/>
                      </a:lnTo>
                      <a:cubicBezTo>
                        <a:pt x="139" y="277"/>
                        <a:pt x="167" y="222"/>
                        <a:pt x="195" y="166"/>
                      </a:cubicBezTo>
                      <a:cubicBezTo>
                        <a:pt x="222" y="111"/>
                        <a:pt x="278" y="83"/>
                        <a:pt x="333" y="83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28"/>
                        <a:pt x="111" y="83"/>
                      </a:cubicBezTo>
                      <a:cubicBezTo>
                        <a:pt x="56" y="166"/>
                        <a:pt x="28" y="250"/>
                        <a:pt x="28" y="333"/>
                      </a:cubicBezTo>
                      <a:lnTo>
                        <a:pt x="0" y="471"/>
                      </a:lnTo>
                      <a:lnTo>
                        <a:pt x="28" y="582"/>
                      </a:lnTo>
                      <a:cubicBezTo>
                        <a:pt x="28" y="693"/>
                        <a:pt x="56" y="776"/>
                        <a:pt x="111" y="832"/>
                      </a:cubicBezTo>
                      <a:cubicBezTo>
                        <a:pt x="139" y="915"/>
                        <a:pt x="222" y="943"/>
                        <a:pt x="333" y="943"/>
                      </a:cubicBezTo>
                      <a:cubicBezTo>
                        <a:pt x="472" y="943"/>
                        <a:pt x="555" y="915"/>
                        <a:pt x="583" y="832"/>
                      </a:cubicBezTo>
                      <a:cubicBezTo>
                        <a:pt x="638" y="776"/>
                        <a:pt x="666" y="693"/>
                        <a:pt x="666" y="582"/>
                      </a:cubicBezTo>
                      <a:cubicBezTo>
                        <a:pt x="666" y="555"/>
                        <a:pt x="694" y="527"/>
                        <a:pt x="694" y="471"/>
                      </a:cubicBezTo>
                      <a:cubicBezTo>
                        <a:pt x="694" y="416"/>
                        <a:pt x="666" y="361"/>
                        <a:pt x="666" y="333"/>
                      </a:cubicBezTo>
                      <a:cubicBezTo>
                        <a:pt x="666" y="250"/>
                        <a:pt x="638" y="166"/>
                        <a:pt x="583" y="83"/>
                      </a:cubicBezTo>
                      <a:cubicBezTo>
                        <a:pt x="555" y="28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16"/>
                <p:cNvSpPr/>
                <p:nvPr/>
              </p:nvSpPr>
              <p:spPr>
                <a:xfrm>
                  <a:off x="8302600" y="4150013"/>
                  <a:ext cx="17350" cy="24275"/>
                </a:xfrm>
                <a:custGeom>
                  <a:rect b="b" l="l" r="r" t="t"/>
                  <a:pathLst>
                    <a:path extrusionOk="0" h="971" w="694">
                      <a:moveTo>
                        <a:pt x="333" y="111"/>
                      </a:moveTo>
                      <a:cubicBezTo>
                        <a:pt x="416" y="111"/>
                        <a:pt x="472" y="139"/>
                        <a:pt x="500" y="194"/>
                      </a:cubicBezTo>
                      <a:cubicBezTo>
                        <a:pt x="527" y="222"/>
                        <a:pt x="555" y="305"/>
                        <a:pt x="555" y="388"/>
                      </a:cubicBezTo>
                      <a:cubicBezTo>
                        <a:pt x="555" y="388"/>
                        <a:pt x="555" y="444"/>
                        <a:pt x="555" y="471"/>
                      </a:cubicBezTo>
                      <a:cubicBezTo>
                        <a:pt x="555" y="527"/>
                        <a:pt x="555" y="582"/>
                        <a:pt x="555" y="582"/>
                      </a:cubicBezTo>
                      <a:cubicBezTo>
                        <a:pt x="555" y="665"/>
                        <a:pt x="527" y="749"/>
                        <a:pt x="500" y="776"/>
                      </a:cubicBezTo>
                      <a:cubicBezTo>
                        <a:pt x="472" y="832"/>
                        <a:pt x="416" y="860"/>
                        <a:pt x="333" y="860"/>
                      </a:cubicBezTo>
                      <a:cubicBezTo>
                        <a:pt x="278" y="860"/>
                        <a:pt x="222" y="832"/>
                        <a:pt x="195" y="776"/>
                      </a:cubicBezTo>
                      <a:cubicBezTo>
                        <a:pt x="167" y="749"/>
                        <a:pt x="139" y="665"/>
                        <a:pt x="139" y="582"/>
                      </a:cubicBezTo>
                      <a:lnTo>
                        <a:pt x="139" y="471"/>
                      </a:lnTo>
                      <a:lnTo>
                        <a:pt x="139" y="388"/>
                      </a:lnTo>
                      <a:cubicBezTo>
                        <a:pt x="139" y="305"/>
                        <a:pt x="167" y="222"/>
                        <a:pt x="195" y="194"/>
                      </a:cubicBezTo>
                      <a:cubicBezTo>
                        <a:pt x="222" y="139"/>
                        <a:pt x="278" y="111"/>
                        <a:pt x="333" y="111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55"/>
                        <a:pt x="111" y="111"/>
                      </a:cubicBezTo>
                      <a:cubicBezTo>
                        <a:pt x="56" y="166"/>
                        <a:pt x="28" y="277"/>
                        <a:pt x="28" y="360"/>
                      </a:cubicBezTo>
                      <a:lnTo>
                        <a:pt x="0" y="499"/>
                      </a:lnTo>
                      <a:lnTo>
                        <a:pt x="28" y="610"/>
                      </a:lnTo>
                      <a:cubicBezTo>
                        <a:pt x="28" y="721"/>
                        <a:pt x="56" y="804"/>
                        <a:pt x="111" y="860"/>
                      </a:cubicBezTo>
                      <a:cubicBezTo>
                        <a:pt x="139" y="915"/>
                        <a:pt x="222" y="970"/>
                        <a:pt x="333" y="970"/>
                      </a:cubicBezTo>
                      <a:cubicBezTo>
                        <a:pt x="472" y="970"/>
                        <a:pt x="555" y="915"/>
                        <a:pt x="583" y="860"/>
                      </a:cubicBezTo>
                      <a:cubicBezTo>
                        <a:pt x="638" y="804"/>
                        <a:pt x="666" y="721"/>
                        <a:pt x="666" y="610"/>
                      </a:cubicBezTo>
                      <a:cubicBezTo>
                        <a:pt x="666" y="582"/>
                        <a:pt x="694" y="527"/>
                        <a:pt x="694" y="499"/>
                      </a:cubicBezTo>
                      <a:cubicBezTo>
                        <a:pt x="694" y="444"/>
                        <a:pt x="666" y="388"/>
                        <a:pt x="666" y="360"/>
                      </a:cubicBezTo>
                      <a:cubicBezTo>
                        <a:pt x="666" y="277"/>
                        <a:pt x="638" y="166"/>
                        <a:pt x="583" y="111"/>
                      </a:cubicBezTo>
                      <a:cubicBezTo>
                        <a:pt x="555" y="55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16"/>
                <p:cNvSpPr/>
                <p:nvPr/>
              </p:nvSpPr>
              <p:spPr>
                <a:xfrm>
                  <a:off x="8301900" y="4545263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112"/>
                      </a:moveTo>
                      <a:cubicBezTo>
                        <a:pt x="416" y="112"/>
                        <a:pt x="472" y="139"/>
                        <a:pt x="500" y="195"/>
                      </a:cubicBezTo>
                      <a:cubicBezTo>
                        <a:pt x="527" y="222"/>
                        <a:pt x="555" y="306"/>
                        <a:pt x="555" y="361"/>
                      </a:cubicBezTo>
                      <a:cubicBezTo>
                        <a:pt x="555" y="389"/>
                        <a:pt x="555" y="444"/>
                        <a:pt x="555" y="472"/>
                      </a:cubicBezTo>
                      <a:cubicBezTo>
                        <a:pt x="555" y="527"/>
                        <a:pt x="555" y="555"/>
                        <a:pt x="555" y="583"/>
                      </a:cubicBezTo>
                      <a:cubicBezTo>
                        <a:pt x="555" y="666"/>
                        <a:pt x="527" y="749"/>
                        <a:pt x="500" y="777"/>
                      </a:cubicBezTo>
                      <a:cubicBezTo>
                        <a:pt x="472" y="832"/>
                        <a:pt x="416" y="860"/>
                        <a:pt x="333" y="860"/>
                      </a:cubicBezTo>
                      <a:cubicBezTo>
                        <a:pt x="278" y="860"/>
                        <a:pt x="222" y="832"/>
                        <a:pt x="195" y="777"/>
                      </a:cubicBezTo>
                      <a:cubicBezTo>
                        <a:pt x="167" y="749"/>
                        <a:pt x="139" y="666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306"/>
                        <a:pt x="167" y="222"/>
                        <a:pt x="195" y="195"/>
                      </a:cubicBezTo>
                      <a:cubicBezTo>
                        <a:pt x="222" y="139"/>
                        <a:pt x="278" y="112"/>
                        <a:pt x="333" y="112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56"/>
                        <a:pt x="111" y="112"/>
                      </a:cubicBezTo>
                      <a:cubicBezTo>
                        <a:pt x="56" y="167"/>
                        <a:pt x="28" y="250"/>
                        <a:pt x="28" y="361"/>
                      </a:cubicBezTo>
                      <a:lnTo>
                        <a:pt x="0" y="472"/>
                      </a:lnTo>
                      <a:lnTo>
                        <a:pt x="28" y="611"/>
                      </a:lnTo>
                      <a:cubicBezTo>
                        <a:pt x="28" y="694"/>
                        <a:pt x="56" y="805"/>
                        <a:pt x="111" y="860"/>
                      </a:cubicBezTo>
                      <a:cubicBezTo>
                        <a:pt x="139" y="916"/>
                        <a:pt x="222" y="943"/>
                        <a:pt x="333" y="943"/>
                      </a:cubicBezTo>
                      <a:cubicBezTo>
                        <a:pt x="472" y="943"/>
                        <a:pt x="555" y="916"/>
                        <a:pt x="583" y="860"/>
                      </a:cubicBezTo>
                      <a:cubicBezTo>
                        <a:pt x="638" y="805"/>
                        <a:pt x="666" y="694"/>
                        <a:pt x="666" y="611"/>
                      </a:cubicBezTo>
                      <a:cubicBezTo>
                        <a:pt x="666" y="583"/>
                        <a:pt x="694" y="527"/>
                        <a:pt x="694" y="472"/>
                      </a:cubicBezTo>
                      <a:cubicBezTo>
                        <a:pt x="694" y="444"/>
                        <a:pt x="666" y="389"/>
                        <a:pt x="666" y="361"/>
                      </a:cubicBezTo>
                      <a:cubicBezTo>
                        <a:pt x="666" y="250"/>
                        <a:pt x="638" y="167"/>
                        <a:pt x="583" y="112"/>
                      </a:cubicBezTo>
                      <a:cubicBezTo>
                        <a:pt x="555" y="56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16"/>
                <p:cNvSpPr/>
                <p:nvPr/>
              </p:nvSpPr>
              <p:spPr>
                <a:xfrm>
                  <a:off x="8325813" y="2571738"/>
                  <a:ext cx="10425" cy="22900"/>
                </a:xfrm>
                <a:custGeom>
                  <a:rect b="b" l="l" r="r" t="t"/>
                  <a:pathLst>
                    <a:path extrusionOk="0" h="916" w="417">
                      <a:moveTo>
                        <a:pt x="333" y="1"/>
                      </a:moveTo>
                      <a:cubicBezTo>
                        <a:pt x="306" y="1"/>
                        <a:pt x="306" y="1"/>
                        <a:pt x="278" y="29"/>
                      </a:cubicBezTo>
                      <a:lnTo>
                        <a:pt x="1" y="250"/>
                      </a:lnTo>
                      <a:cubicBezTo>
                        <a:pt x="1" y="278"/>
                        <a:pt x="1" y="278"/>
                        <a:pt x="1" y="278"/>
                      </a:cubicBezTo>
                      <a:lnTo>
                        <a:pt x="28" y="306"/>
                      </a:lnTo>
                      <a:cubicBezTo>
                        <a:pt x="28" y="334"/>
                        <a:pt x="56" y="334"/>
                        <a:pt x="56" y="334"/>
                      </a:cubicBezTo>
                      <a:lnTo>
                        <a:pt x="84" y="334"/>
                      </a:lnTo>
                      <a:lnTo>
                        <a:pt x="306" y="167"/>
                      </a:lnTo>
                      <a:lnTo>
                        <a:pt x="306" y="888"/>
                      </a:lnTo>
                      <a:cubicBezTo>
                        <a:pt x="306" y="916"/>
                        <a:pt x="306" y="916"/>
                        <a:pt x="306" y="916"/>
                      </a:cubicBezTo>
                      <a:lnTo>
                        <a:pt x="416" y="916"/>
                      </a:lnTo>
                      <a:cubicBezTo>
                        <a:pt x="416" y="916"/>
                        <a:pt x="416" y="916"/>
                        <a:pt x="416" y="888"/>
                      </a:cubicBezTo>
                      <a:lnTo>
                        <a:pt x="416" y="29"/>
                      </a:lnTo>
                      <a:cubicBezTo>
                        <a:pt x="389" y="1"/>
                        <a:pt x="389" y="1"/>
                        <a:pt x="38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16"/>
                <p:cNvSpPr/>
                <p:nvPr/>
              </p:nvSpPr>
              <p:spPr>
                <a:xfrm>
                  <a:off x="8323400" y="2966303"/>
                  <a:ext cx="15950" cy="22900"/>
                </a:xfrm>
                <a:custGeom>
                  <a:rect b="b" l="l" r="r" t="t"/>
                  <a:pathLst>
                    <a:path extrusionOk="0" h="916" w="638">
                      <a:moveTo>
                        <a:pt x="305" y="0"/>
                      </a:moveTo>
                      <a:cubicBezTo>
                        <a:pt x="250" y="0"/>
                        <a:pt x="194" y="0"/>
                        <a:pt x="139" y="28"/>
                      </a:cubicBezTo>
                      <a:cubicBezTo>
                        <a:pt x="111" y="56"/>
                        <a:pt x="83" y="84"/>
                        <a:pt x="56" y="139"/>
                      </a:cubicBezTo>
                      <a:cubicBezTo>
                        <a:pt x="28" y="167"/>
                        <a:pt x="0" y="222"/>
                        <a:pt x="0" y="278"/>
                      </a:cubicBezTo>
                      <a:lnTo>
                        <a:pt x="28" y="278"/>
                      </a:lnTo>
                      <a:cubicBezTo>
                        <a:pt x="28" y="305"/>
                        <a:pt x="28" y="305"/>
                        <a:pt x="28" y="305"/>
                      </a:cubicBezTo>
                      <a:lnTo>
                        <a:pt x="111" y="305"/>
                      </a:lnTo>
                      <a:cubicBezTo>
                        <a:pt x="111" y="305"/>
                        <a:pt x="111" y="305"/>
                        <a:pt x="111" y="278"/>
                      </a:cubicBezTo>
                      <a:lnTo>
                        <a:pt x="139" y="278"/>
                      </a:lnTo>
                      <a:cubicBezTo>
                        <a:pt x="139" y="222"/>
                        <a:pt x="167" y="167"/>
                        <a:pt x="194" y="139"/>
                      </a:cubicBezTo>
                      <a:cubicBezTo>
                        <a:pt x="222" y="111"/>
                        <a:pt x="250" y="84"/>
                        <a:pt x="305" y="84"/>
                      </a:cubicBezTo>
                      <a:cubicBezTo>
                        <a:pt x="361" y="84"/>
                        <a:pt x="416" y="111"/>
                        <a:pt x="444" y="139"/>
                      </a:cubicBezTo>
                      <a:cubicBezTo>
                        <a:pt x="472" y="167"/>
                        <a:pt x="472" y="222"/>
                        <a:pt x="472" y="250"/>
                      </a:cubicBezTo>
                      <a:cubicBezTo>
                        <a:pt x="472" y="305"/>
                        <a:pt x="472" y="333"/>
                        <a:pt x="444" y="361"/>
                      </a:cubicBezTo>
                      <a:cubicBezTo>
                        <a:pt x="416" y="416"/>
                        <a:pt x="388" y="444"/>
                        <a:pt x="305" y="500"/>
                      </a:cubicBezTo>
                      <a:lnTo>
                        <a:pt x="28" y="805"/>
                      </a:lnTo>
                      <a:cubicBezTo>
                        <a:pt x="0" y="805"/>
                        <a:pt x="0" y="832"/>
                        <a:pt x="0" y="860"/>
                      </a:cubicBezTo>
                      <a:lnTo>
                        <a:pt x="0" y="888"/>
                      </a:lnTo>
                      <a:cubicBezTo>
                        <a:pt x="0" y="888"/>
                        <a:pt x="0" y="915"/>
                        <a:pt x="0" y="915"/>
                      </a:cubicBezTo>
                      <a:lnTo>
                        <a:pt x="610" y="915"/>
                      </a:lnTo>
                      <a:cubicBezTo>
                        <a:pt x="638" y="915"/>
                        <a:pt x="638" y="888"/>
                        <a:pt x="638" y="888"/>
                      </a:cubicBezTo>
                      <a:lnTo>
                        <a:pt x="638" y="832"/>
                      </a:lnTo>
                      <a:lnTo>
                        <a:pt x="610" y="832"/>
                      </a:lnTo>
                      <a:cubicBezTo>
                        <a:pt x="610" y="805"/>
                        <a:pt x="610" y="805"/>
                        <a:pt x="610" y="805"/>
                      </a:cubicBezTo>
                      <a:lnTo>
                        <a:pt x="194" y="805"/>
                      </a:lnTo>
                      <a:lnTo>
                        <a:pt x="444" y="555"/>
                      </a:lnTo>
                      <a:cubicBezTo>
                        <a:pt x="499" y="500"/>
                        <a:pt x="555" y="444"/>
                        <a:pt x="582" y="416"/>
                      </a:cubicBezTo>
                      <a:cubicBezTo>
                        <a:pt x="610" y="361"/>
                        <a:pt x="610" y="305"/>
                        <a:pt x="610" y="250"/>
                      </a:cubicBezTo>
                      <a:cubicBezTo>
                        <a:pt x="610" y="195"/>
                        <a:pt x="582" y="111"/>
                        <a:pt x="527" y="56"/>
                      </a:cubicBezTo>
                      <a:cubicBezTo>
                        <a:pt x="499" y="0"/>
                        <a:pt x="416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16"/>
                <p:cNvSpPr/>
                <p:nvPr/>
              </p:nvSpPr>
              <p:spPr>
                <a:xfrm>
                  <a:off x="8323050" y="3360868"/>
                  <a:ext cx="16650" cy="23600"/>
                </a:xfrm>
                <a:custGeom>
                  <a:rect b="b" l="l" r="r" t="t"/>
                  <a:pathLst>
                    <a:path extrusionOk="0" h="944" w="666">
                      <a:moveTo>
                        <a:pt x="28" y="1"/>
                      </a:moveTo>
                      <a:cubicBezTo>
                        <a:pt x="28" y="29"/>
                        <a:pt x="28" y="29"/>
                        <a:pt x="28" y="29"/>
                      </a:cubicBezTo>
                      <a:lnTo>
                        <a:pt x="28" y="84"/>
                      </a:lnTo>
                      <a:cubicBezTo>
                        <a:pt x="28" y="84"/>
                        <a:pt x="28" y="84"/>
                        <a:pt x="28" y="112"/>
                      </a:cubicBezTo>
                      <a:lnTo>
                        <a:pt x="444" y="112"/>
                      </a:lnTo>
                      <a:lnTo>
                        <a:pt x="194" y="389"/>
                      </a:lnTo>
                      <a:cubicBezTo>
                        <a:pt x="194" y="417"/>
                        <a:pt x="167" y="417"/>
                        <a:pt x="167" y="417"/>
                      </a:cubicBezTo>
                      <a:lnTo>
                        <a:pt x="167" y="472"/>
                      </a:lnTo>
                      <a:lnTo>
                        <a:pt x="194" y="472"/>
                      </a:lnTo>
                      <a:cubicBezTo>
                        <a:pt x="194" y="500"/>
                        <a:pt x="194" y="500"/>
                        <a:pt x="194" y="500"/>
                      </a:cubicBezTo>
                      <a:lnTo>
                        <a:pt x="333" y="500"/>
                      </a:lnTo>
                      <a:cubicBezTo>
                        <a:pt x="472" y="500"/>
                        <a:pt x="527" y="555"/>
                        <a:pt x="527" y="666"/>
                      </a:cubicBezTo>
                      <a:cubicBezTo>
                        <a:pt x="527" y="722"/>
                        <a:pt x="499" y="749"/>
                        <a:pt x="472" y="777"/>
                      </a:cubicBezTo>
                      <a:cubicBezTo>
                        <a:pt x="444" y="805"/>
                        <a:pt x="388" y="833"/>
                        <a:pt x="333" y="833"/>
                      </a:cubicBezTo>
                      <a:cubicBezTo>
                        <a:pt x="278" y="833"/>
                        <a:pt x="222" y="833"/>
                        <a:pt x="194" y="805"/>
                      </a:cubicBezTo>
                      <a:cubicBezTo>
                        <a:pt x="139" y="777"/>
                        <a:pt x="111" y="749"/>
                        <a:pt x="111" y="694"/>
                      </a:cubicBezTo>
                      <a:cubicBezTo>
                        <a:pt x="83" y="666"/>
                        <a:pt x="83" y="666"/>
                        <a:pt x="83" y="666"/>
                      </a:cubicBezTo>
                      <a:lnTo>
                        <a:pt x="28" y="666"/>
                      </a:lnTo>
                      <a:cubicBezTo>
                        <a:pt x="0" y="666"/>
                        <a:pt x="0" y="666"/>
                        <a:pt x="0" y="694"/>
                      </a:cubicBezTo>
                      <a:cubicBezTo>
                        <a:pt x="0" y="749"/>
                        <a:pt x="0" y="777"/>
                        <a:pt x="28" y="805"/>
                      </a:cubicBezTo>
                      <a:cubicBezTo>
                        <a:pt x="56" y="860"/>
                        <a:pt x="83" y="888"/>
                        <a:pt x="139" y="916"/>
                      </a:cubicBezTo>
                      <a:cubicBezTo>
                        <a:pt x="194" y="916"/>
                        <a:pt x="250" y="943"/>
                        <a:pt x="333" y="943"/>
                      </a:cubicBezTo>
                      <a:cubicBezTo>
                        <a:pt x="388" y="943"/>
                        <a:pt x="444" y="916"/>
                        <a:pt x="499" y="916"/>
                      </a:cubicBezTo>
                      <a:cubicBezTo>
                        <a:pt x="555" y="888"/>
                        <a:pt x="582" y="860"/>
                        <a:pt x="610" y="805"/>
                      </a:cubicBezTo>
                      <a:cubicBezTo>
                        <a:pt x="638" y="777"/>
                        <a:pt x="666" y="722"/>
                        <a:pt x="666" y="666"/>
                      </a:cubicBezTo>
                      <a:cubicBezTo>
                        <a:pt x="666" y="583"/>
                        <a:pt x="638" y="500"/>
                        <a:pt x="582" y="472"/>
                      </a:cubicBezTo>
                      <a:cubicBezTo>
                        <a:pt x="527" y="417"/>
                        <a:pt x="444" y="389"/>
                        <a:pt x="361" y="389"/>
                      </a:cubicBezTo>
                      <a:lnTo>
                        <a:pt x="333" y="389"/>
                      </a:lnTo>
                      <a:lnTo>
                        <a:pt x="610" y="112"/>
                      </a:lnTo>
                      <a:cubicBezTo>
                        <a:pt x="610" y="84"/>
                        <a:pt x="610" y="84"/>
                        <a:pt x="610" y="84"/>
                      </a:cubicBezTo>
                      <a:lnTo>
                        <a:pt x="610" y="29"/>
                      </a:lnTo>
                      <a:cubicBezTo>
                        <a:pt x="610" y="29"/>
                        <a:pt x="610" y="29"/>
                        <a:pt x="61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" name="Google Shape;338;p16"/>
                <p:cNvSpPr/>
                <p:nvPr/>
              </p:nvSpPr>
              <p:spPr>
                <a:xfrm>
                  <a:off x="8322000" y="3756132"/>
                  <a:ext cx="18050" cy="22900"/>
                </a:xfrm>
                <a:custGeom>
                  <a:rect b="b" l="l" r="r" t="t"/>
                  <a:pathLst>
                    <a:path extrusionOk="0" h="916" w="722">
                      <a:moveTo>
                        <a:pt x="444" y="139"/>
                      </a:moveTo>
                      <a:lnTo>
                        <a:pt x="444" y="582"/>
                      </a:lnTo>
                      <a:lnTo>
                        <a:pt x="139" y="582"/>
                      </a:lnTo>
                      <a:lnTo>
                        <a:pt x="444" y="139"/>
                      </a:lnTo>
                      <a:close/>
                      <a:moveTo>
                        <a:pt x="416" y="0"/>
                      </a:moveTo>
                      <a:cubicBezTo>
                        <a:pt x="416" y="0"/>
                        <a:pt x="416" y="28"/>
                        <a:pt x="416" y="28"/>
                      </a:cubicBezTo>
                      <a:lnTo>
                        <a:pt x="1" y="582"/>
                      </a:lnTo>
                      <a:cubicBezTo>
                        <a:pt x="1" y="582"/>
                        <a:pt x="1" y="610"/>
                        <a:pt x="1" y="610"/>
                      </a:cubicBezTo>
                      <a:lnTo>
                        <a:pt x="1" y="666"/>
                      </a:lnTo>
                      <a:cubicBezTo>
                        <a:pt x="1" y="666"/>
                        <a:pt x="1" y="693"/>
                        <a:pt x="1" y="693"/>
                      </a:cubicBezTo>
                      <a:lnTo>
                        <a:pt x="444" y="693"/>
                      </a:lnTo>
                      <a:lnTo>
                        <a:pt x="444" y="887"/>
                      </a:lnTo>
                      <a:cubicBezTo>
                        <a:pt x="444" y="887"/>
                        <a:pt x="472" y="915"/>
                        <a:pt x="472" y="915"/>
                      </a:cubicBezTo>
                      <a:lnTo>
                        <a:pt x="555" y="915"/>
                      </a:lnTo>
                      <a:cubicBezTo>
                        <a:pt x="583" y="915"/>
                        <a:pt x="583" y="887"/>
                        <a:pt x="583" y="887"/>
                      </a:cubicBezTo>
                      <a:lnTo>
                        <a:pt x="583" y="693"/>
                      </a:lnTo>
                      <a:lnTo>
                        <a:pt x="721" y="693"/>
                      </a:lnTo>
                      <a:cubicBezTo>
                        <a:pt x="721" y="693"/>
                        <a:pt x="721" y="666"/>
                        <a:pt x="721" y="666"/>
                      </a:cubicBezTo>
                      <a:lnTo>
                        <a:pt x="721" y="610"/>
                      </a:lnTo>
                      <a:cubicBezTo>
                        <a:pt x="721" y="582"/>
                        <a:pt x="694" y="582"/>
                        <a:pt x="694" y="582"/>
                      </a:cubicBezTo>
                      <a:lnTo>
                        <a:pt x="583" y="582"/>
                      </a:lnTo>
                      <a:lnTo>
                        <a:pt x="583" y="28"/>
                      </a:lnTo>
                      <a:cubicBezTo>
                        <a:pt x="583" y="28"/>
                        <a:pt x="583" y="28"/>
                        <a:pt x="5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" name="Google Shape;339;p16"/>
                <p:cNvSpPr/>
                <p:nvPr/>
              </p:nvSpPr>
              <p:spPr>
                <a:xfrm>
                  <a:off x="8323400" y="4150698"/>
                  <a:ext cx="15950" cy="23600"/>
                </a:xfrm>
                <a:custGeom>
                  <a:rect b="b" l="l" r="r" t="t"/>
                  <a:pathLst>
                    <a:path extrusionOk="0" h="944" w="638">
                      <a:moveTo>
                        <a:pt x="111" y="1"/>
                      </a:moveTo>
                      <a:cubicBezTo>
                        <a:pt x="83" y="1"/>
                        <a:pt x="83" y="1"/>
                        <a:pt x="83" y="28"/>
                      </a:cubicBezTo>
                      <a:lnTo>
                        <a:pt x="28" y="472"/>
                      </a:lnTo>
                      <a:cubicBezTo>
                        <a:pt x="28" y="472"/>
                        <a:pt x="28" y="472"/>
                        <a:pt x="28" y="500"/>
                      </a:cubicBezTo>
                      <a:lnTo>
                        <a:pt x="139" y="500"/>
                      </a:lnTo>
                      <a:cubicBezTo>
                        <a:pt x="167" y="500"/>
                        <a:pt x="167" y="472"/>
                        <a:pt x="167" y="472"/>
                      </a:cubicBezTo>
                      <a:cubicBezTo>
                        <a:pt x="194" y="472"/>
                        <a:pt x="222" y="444"/>
                        <a:pt x="250" y="444"/>
                      </a:cubicBezTo>
                      <a:cubicBezTo>
                        <a:pt x="250" y="444"/>
                        <a:pt x="278" y="417"/>
                        <a:pt x="305" y="417"/>
                      </a:cubicBezTo>
                      <a:cubicBezTo>
                        <a:pt x="361" y="417"/>
                        <a:pt x="416" y="444"/>
                        <a:pt x="472" y="472"/>
                      </a:cubicBezTo>
                      <a:cubicBezTo>
                        <a:pt x="499" y="528"/>
                        <a:pt x="527" y="555"/>
                        <a:pt x="527" y="611"/>
                      </a:cubicBezTo>
                      <a:cubicBezTo>
                        <a:pt x="527" y="694"/>
                        <a:pt x="499" y="722"/>
                        <a:pt x="472" y="777"/>
                      </a:cubicBezTo>
                      <a:cubicBezTo>
                        <a:pt x="416" y="805"/>
                        <a:pt x="361" y="833"/>
                        <a:pt x="305" y="833"/>
                      </a:cubicBezTo>
                      <a:cubicBezTo>
                        <a:pt x="278" y="833"/>
                        <a:pt x="222" y="805"/>
                        <a:pt x="194" y="777"/>
                      </a:cubicBezTo>
                      <a:cubicBezTo>
                        <a:pt x="167" y="777"/>
                        <a:pt x="139" y="722"/>
                        <a:pt x="111" y="694"/>
                      </a:cubicBezTo>
                      <a:cubicBezTo>
                        <a:pt x="111" y="666"/>
                        <a:pt x="111" y="666"/>
                        <a:pt x="83" y="666"/>
                      </a:cubicBezTo>
                      <a:lnTo>
                        <a:pt x="0" y="666"/>
                      </a:lnTo>
                      <a:lnTo>
                        <a:pt x="0" y="694"/>
                      </a:lnTo>
                      <a:cubicBezTo>
                        <a:pt x="0" y="722"/>
                        <a:pt x="0" y="777"/>
                        <a:pt x="28" y="805"/>
                      </a:cubicBezTo>
                      <a:cubicBezTo>
                        <a:pt x="56" y="833"/>
                        <a:pt x="83" y="860"/>
                        <a:pt x="139" y="888"/>
                      </a:cubicBezTo>
                      <a:cubicBezTo>
                        <a:pt x="194" y="916"/>
                        <a:pt x="250" y="943"/>
                        <a:pt x="305" y="943"/>
                      </a:cubicBezTo>
                      <a:cubicBezTo>
                        <a:pt x="388" y="943"/>
                        <a:pt x="444" y="916"/>
                        <a:pt x="472" y="888"/>
                      </a:cubicBezTo>
                      <a:cubicBezTo>
                        <a:pt x="527" y="860"/>
                        <a:pt x="582" y="833"/>
                        <a:pt x="610" y="777"/>
                      </a:cubicBezTo>
                      <a:cubicBezTo>
                        <a:pt x="638" y="749"/>
                        <a:pt x="638" y="694"/>
                        <a:pt x="638" y="611"/>
                      </a:cubicBezTo>
                      <a:cubicBezTo>
                        <a:pt x="638" y="555"/>
                        <a:pt x="638" y="500"/>
                        <a:pt x="610" y="472"/>
                      </a:cubicBezTo>
                      <a:cubicBezTo>
                        <a:pt x="582" y="417"/>
                        <a:pt x="527" y="389"/>
                        <a:pt x="499" y="361"/>
                      </a:cubicBezTo>
                      <a:cubicBezTo>
                        <a:pt x="444" y="333"/>
                        <a:pt x="388" y="333"/>
                        <a:pt x="333" y="333"/>
                      </a:cubicBezTo>
                      <a:cubicBezTo>
                        <a:pt x="250" y="333"/>
                        <a:pt x="194" y="333"/>
                        <a:pt x="167" y="361"/>
                      </a:cubicBezTo>
                      <a:lnTo>
                        <a:pt x="194" y="112"/>
                      </a:lnTo>
                      <a:lnTo>
                        <a:pt x="582" y="112"/>
                      </a:lnTo>
                      <a:cubicBezTo>
                        <a:pt x="582" y="84"/>
                        <a:pt x="582" y="84"/>
                        <a:pt x="582" y="84"/>
                      </a:cubicBezTo>
                      <a:lnTo>
                        <a:pt x="582" y="28"/>
                      </a:lnTo>
                      <a:cubicBezTo>
                        <a:pt x="582" y="28"/>
                        <a:pt x="582" y="1"/>
                        <a:pt x="58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" name="Google Shape;340;p16"/>
                <p:cNvSpPr/>
                <p:nvPr/>
              </p:nvSpPr>
              <p:spPr>
                <a:xfrm>
                  <a:off x="8322700" y="4545963"/>
                  <a:ext cx="16650" cy="22900"/>
                </a:xfrm>
                <a:custGeom>
                  <a:rect b="b" l="l" r="r" t="t"/>
                  <a:pathLst>
                    <a:path extrusionOk="0" h="916" w="666">
                      <a:moveTo>
                        <a:pt x="333" y="416"/>
                      </a:moveTo>
                      <a:cubicBezTo>
                        <a:pt x="361" y="416"/>
                        <a:pt x="416" y="416"/>
                        <a:pt x="444" y="444"/>
                      </a:cubicBezTo>
                      <a:cubicBezTo>
                        <a:pt x="472" y="444"/>
                        <a:pt x="499" y="472"/>
                        <a:pt x="527" y="499"/>
                      </a:cubicBezTo>
                      <a:cubicBezTo>
                        <a:pt x="527" y="527"/>
                        <a:pt x="555" y="583"/>
                        <a:pt x="555" y="610"/>
                      </a:cubicBezTo>
                      <a:cubicBezTo>
                        <a:pt x="555" y="666"/>
                        <a:pt x="527" y="694"/>
                        <a:pt x="527" y="721"/>
                      </a:cubicBezTo>
                      <a:cubicBezTo>
                        <a:pt x="499" y="749"/>
                        <a:pt x="472" y="777"/>
                        <a:pt x="444" y="804"/>
                      </a:cubicBezTo>
                      <a:cubicBezTo>
                        <a:pt x="416" y="804"/>
                        <a:pt x="361" y="832"/>
                        <a:pt x="333" y="832"/>
                      </a:cubicBezTo>
                      <a:cubicBezTo>
                        <a:pt x="305" y="832"/>
                        <a:pt x="250" y="804"/>
                        <a:pt x="222" y="804"/>
                      </a:cubicBezTo>
                      <a:cubicBezTo>
                        <a:pt x="194" y="777"/>
                        <a:pt x="167" y="749"/>
                        <a:pt x="139" y="721"/>
                      </a:cubicBezTo>
                      <a:cubicBezTo>
                        <a:pt x="139" y="694"/>
                        <a:pt x="111" y="666"/>
                        <a:pt x="111" y="610"/>
                      </a:cubicBezTo>
                      <a:cubicBezTo>
                        <a:pt x="111" y="583"/>
                        <a:pt x="139" y="527"/>
                        <a:pt x="139" y="499"/>
                      </a:cubicBezTo>
                      <a:cubicBezTo>
                        <a:pt x="167" y="472"/>
                        <a:pt x="194" y="444"/>
                        <a:pt x="222" y="444"/>
                      </a:cubicBezTo>
                      <a:cubicBezTo>
                        <a:pt x="250" y="416"/>
                        <a:pt x="305" y="416"/>
                        <a:pt x="333" y="416"/>
                      </a:cubicBezTo>
                      <a:close/>
                      <a:moveTo>
                        <a:pt x="333" y="0"/>
                      </a:moveTo>
                      <a:cubicBezTo>
                        <a:pt x="333" y="28"/>
                        <a:pt x="333" y="28"/>
                        <a:pt x="333" y="28"/>
                      </a:cubicBezTo>
                      <a:lnTo>
                        <a:pt x="83" y="361"/>
                      </a:lnTo>
                      <a:cubicBezTo>
                        <a:pt x="28" y="444"/>
                        <a:pt x="0" y="527"/>
                        <a:pt x="0" y="610"/>
                      </a:cubicBezTo>
                      <a:cubicBezTo>
                        <a:pt x="0" y="666"/>
                        <a:pt x="0" y="721"/>
                        <a:pt x="28" y="777"/>
                      </a:cubicBezTo>
                      <a:cubicBezTo>
                        <a:pt x="56" y="832"/>
                        <a:pt x="111" y="860"/>
                        <a:pt x="139" y="888"/>
                      </a:cubicBezTo>
                      <a:cubicBezTo>
                        <a:pt x="194" y="915"/>
                        <a:pt x="278" y="915"/>
                        <a:pt x="333" y="915"/>
                      </a:cubicBezTo>
                      <a:cubicBezTo>
                        <a:pt x="416" y="915"/>
                        <a:pt x="472" y="915"/>
                        <a:pt x="527" y="888"/>
                      </a:cubicBezTo>
                      <a:cubicBezTo>
                        <a:pt x="555" y="860"/>
                        <a:pt x="610" y="804"/>
                        <a:pt x="638" y="777"/>
                      </a:cubicBezTo>
                      <a:cubicBezTo>
                        <a:pt x="666" y="721"/>
                        <a:pt x="666" y="666"/>
                        <a:pt x="666" y="610"/>
                      </a:cubicBezTo>
                      <a:cubicBezTo>
                        <a:pt x="666" y="555"/>
                        <a:pt x="666" y="499"/>
                        <a:pt x="638" y="472"/>
                      </a:cubicBezTo>
                      <a:cubicBezTo>
                        <a:pt x="610" y="416"/>
                        <a:pt x="555" y="361"/>
                        <a:pt x="527" y="333"/>
                      </a:cubicBezTo>
                      <a:cubicBezTo>
                        <a:pt x="472" y="305"/>
                        <a:pt x="416" y="305"/>
                        <a:pt x="361" y="305"/>
                      </a:cubicBezTo>
                      <a:lnTo>
                        <a:pt x="278" y="305"/>
                      </a:lnTo>
                      <a:lnTo>
                        <a:pt x="472" y="28"/>
                      </a:lnTo>
                      <a:cubicBezTo>
                        <a:pt x="472" y="28"/>
                        <a:pt x="472" y="0"/>
                        <a:pt x="47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41" name="Google Shape;341;p16"/>
              <p:cNvGrpSpPr/>
              <p:nvPr/>
            </p:nvGrpSpPr>
            <p:grpSpPr>
              <a:xfrm>
                <a:off x="5614975" y="4609225"/>
                <a:ext cx="2597125" cy="40925"/>
                <a:chOff x="5614975" y="4609225"/>
                <a:chExt cx="2597125" cy="40925"/>
              </a:xfrm>
            </p:grpSpPr>
            <p:sp>
              <p:nvSpPr>
                <p:cNvPr id="342" name="Google Shape;342;p16"/>
                <p:cNvSpPr/>
                <p:nvPr/>
              </p:nvSpPr>
              <p:spPr>
                <a:xfrm>
                  <a:off x="5614975" y="4632100"/>
                  <a:ext cx="24974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1" y="139"/>
                        <a:pt x="777" y="167"/>
                        <a:pt x="832" y="194"/>
                      </a:cubicBezTo>
                      <a:cubicBezTo>
                        <a:pt x="888" y="222"/>
                        <a:pt x="915" y="277"/>
                        <a:pt x="915" y="361"/>
                      </a:cubicBezTo>
                      <a:cubicBezTo>
                        <a:pt x="915" y="416"/>
                        <a:pt x="888" y="472"/>
                        <a:pt x="832" y="527"/>
                      </a:cubicBezTo>
                      <a:cubicBezTo>
                        <a:pt x="777" y="555"/>
                        <a:pt x="721" y="582"/>
                        <a:pt x="638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50" y="555"/>
                        <a:pt x="195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95" y="194"/>
                      </a:cubicBezTo>
                      <a:cubicBezTo>
                        <a:pt x="250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95" y="28"/>
                        <a:pt x="111" y="83"/>
                      </a:cubicBezTo>
                      <a:cubicBezTo>
                        <a:pt x="28" y="139"/>
                        <a:pt x="1" y="222"/>
                        <a:pt x="1" y="361"/>
                      </a:cubicBezTo>
                      <a:cubicBezTo>
                        <a:pt x="1" y="472"/>
                        <a:pt x="28" y="555"/>
                        <a:pt x="111" y="610"/>
                      </a:cubicBezTo>
                      <a:cubicBezTo>
                        <a:pt x="195" y="666"/>
                        <a:pt x="278" y="721"/>
                        <a:pt x="389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32" y="666"/>
                        <a:pt x="915" y="610"/>
                      </a:cubicBezTo>
                      <a:cubicBezTo>
                        <a:pt x="999" y="555"/>
                        <a:pt x="1026" y="472"/>
                        <a:pt x="1026" y="361"/>
                      </a:cubicBezTo>
                      <a:cubicBezTo>
                        <a:pt x="1026" y="222"/>
                        <a:pt x="999" y="139"/>
                        <a:pt x="915" y="83"/>
                      </a:cubicBezTo>
                      <a:cubicBezTo>
                        <a:pt x="832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3" name="Google Shape;343;p16"/>
                <p:cNvSpPr/>
                <p:nvPr/>
              </p:nvSpPr>
              <p:spPr>
                <a:xfrm>
                  <a:off x="5615656" y="4617525"/>
                  <a:ext cx="23612" cy="11125"/>
                </a:xfrm>
                <a:custGeom>
                  <a:rect b="b" l="l" r="r" t="t"/>
                  <a:pathLst>
                    <a:path extrusionOk="0" h="445" w="971">
                      <a:moveTo>
                        <a:pt x="0" y="1"/>
                      </a:moveTo>
                      <a:cubicBezTo>
                        <a:pt x="0" y="1"/>
                        <a:pt x="0" y="29"/>
                        <a:pt x="0" y="29"/>
                      </a:cubicBezTo>
                      <a:lnTo>
                        <a:pt x="0" y="84"/>
                      </a:lnTo>
                      <a:cubicBezTo>
                        <a:pt x="0" y="112"/>
                        <a:pt x="0" y="112"/>
                        <a:pt x="0" y="140"/>
                      </a:cubicBezTo>
                      <a:lnTo>
                        <a:pt x="250" y="445"/>
                      </a:lnTo>
                      <a:lnTo>
                        <a:pt x="278" y="445"/>
                      </a:lnTo>
                      <a:lnTo>
                        <a:pt x="333" y="417"/>
                      </a:lnTo>
                      <a:cubicBezTo>
                        <a:pt x="333" y="417"/>
                        <a:pt x="333" y="389"/>
                        <a:pt x="333" y="389"/>
                      </a:cubicBezTo>
                      <a:cubicBezTo>
                        <a:pt x="333" y="389"/>
                        <a:pt x="333" y="361"/>
                        <a:pt x="333" y="361"/>
                      </a:cubicBezTo>
                      <a:lnTo>
                        <a:pt x="139" y="140"/>
                      </a:lnTo>
                      <a:lnTo>
                        <a:pt x="943" y="140"/>
                      </a:lnTo>
                      <a:cubicBezTo>
                        <a:pt x="971" y="140"/>
                        <a:pt x="971" y="140"/>
                        <a:pt x="971" y="112"/>
                      </a:cubicBezTo>
                      <a:lnTo>
                        <a:pt x="971" y="29"/>
                      </a:lnTo>
                      <a:cubicBezTo>
                        <a:pt x="971" y="29"/>
                        <a:pt x="971" y="1"/>
                        <a:pt x="9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4" name="Google Shape;344;p16"/>
                <p:cNvSpPr/>
                <p:nvPr/>
              </p:nvSpPr>
              <p:spPr>
                <a:xfrm>
                  <a:off x="6128984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2" y="139"/>
                        <a:pt x="805" y="167"/>
                        <a:pt x="833" y="194"/>
                      </a:cubicBezTo>
                      <a:cubicBezTo>
                        <a:pt x="888" y="222"/>
                        <a:pt x="916" y="277"/>
                        <a:pt x="916" y="361"/>
                      </a:cubicBezTo>
                      <a:cubicBezTo>
                        <a:pt x="916" y="416"/>
                        <a:pt x="888" y="472"/>
                        <a:pt x="833" y="527"/>
                      </a:cubicBezTo>
                      <a:cubicBezTo>
                        <a:pt x="805" y="555"/>
                        <a:pt x="722" y="582"/>
                        <a:pt x="638" y="582"/>
                      </a:cubicBezTo>
                      <a:lnTo>
                        <a:pt x="417" y="582"/>
                      </a:lnTo>
                      <a:cubicBezTo>
                        <a:pt x="306" y="582"/>
                        <a:pt x="250" y="555"/>
                        <a:pt x="195" y="527"/>
                      </a:cubicBezTo>
                      <a:cubicBezTo>
                        <a:pt x="139" y="472"/>
                        <a:pt x="139" y="416"/>
                        <a:pt x="139" y="361"/>
                      </a:cubicBezTo>
                      <a:cubicBezTo>
                        <a:pt x="139" y="277"/>
                        <a:pt x="139" y="222"/>
                        <a:pt x="195" y="194"/>
                      </a:cubicBezTo>
                      <a:cubicBezTo>
                        <a:pt x="250" y="167"/>
                        <a:pt x="306" y="139"/>
                        <a:pt x="417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95" y="28"/>
                        <a:pt x="112" y="83"/>
                      </a:cubicBezTo>
                      <a:cubicBezTo>
                        <a:pt x="56" y="139"/>
                        <a:pt x="1" y="222"/>
                        <a:pt x="1" y="361"/>
                      </a:cubicBezTo>
                      <a:cubicBezTo>
                        <a:pt x="1" y="472"/>
                        <a:pt x="56" y="555"/>
                        <a:pt x="112" y="610"/>
                      </a:cubicBezTo>
                      <a:cubicBezTo>
                        <a:pt x="195" y="666"/>
                        <a:pt x="278" y="721"/>
                        <a:pt x="389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60" y="666"/>
                        <a:pt x="916" y="610"/>
                      </a:cubicBezTo>
                      <a:cubicBezTo>
                        <a:pt x="999" y="555"/>
                        <a:pt x="1027" y="472"/>
                        <a:pt x="1027" y="361"/>
                      </a:cubicBezTo>
                      <a:cubicBezTo>
                        <a:pt x="1027" y="222"/>
                        <a:pt x="999" y="139"/>
                        <a:pt x="916" y="83"/>
                      </a:cubicBezTo>
                      <a:cubicBezTo>
                        <a:pt x="860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5" name="Google Shape;345;p16"/>
                <p:cNvSpPr/>
                <p:nvPr/>
              </p:nvSpPr>
              <p:spPr>
                <a:xfrm>
                  <a:off x="6128575" y="4611300"/>
                  <a:ext cx="25675" cy="17350"/>
                </a:xfrm>
                <a:custGeom>
                  <a:rect b="b" l="l" r="r" t="t"/>
                  <a:pathLst>
                    <a:path extrusionOk="0" h="694" w="1027">
                      <a:moveTo>
                        <a:pt x="943" y="1"/>
                      </a:moveTo>
                      <a:cubicBezTo>
                        <a:pt x="916" y="1"/>
                        <a:pt x="916" y="28"/>
                        <a:pt x="916" y="28"/>
                      </a:cubicBezTo>
                      <a:cubicBezTo>
                        <a:pt x="888" y="28"/>
                        <a:pt x="888" y="28"/>
                        <a:pt x="888" y="56"/>
                      </a:cubicBezTo>
                      <a:lnTo>
                        <a:pt x="888" y="500"/>
                      </a:lnTo>
                      <a:lnTo>
                        <a:pt x="611" y="222"/>
                      </a:lnTo>
                      <a:cubicBezTo>
                        <a:pt x="555" y="139"/>
                        <a:pt x="500" y="112"/>
                        <a:pt x="472" y="84"/>
                      </a:cubicBezTo>
                      <a:cubicBezTo>
                        <a:pt x="417" y="56"/>
                        <a:pt x="361" y="28"/>
                        <a:pt x="306" y="28"/>
                      </a:cubicBezTo>
                      <a:cubicBezTo>
                        <a:pt x="223" y="28"/>
                        <a:pt x="139" y="56"/>
                        <a:pt x="84" y="112"/>
                      </a:cubicBezTo>
                      <a:cubicBezTo>
                        <a:pt x="29" y="167"/>
                        <a:pt x="1" y="250"/>
                        <a:pt x="1" y="361"/>
                      </a:cubicBezTo>
                      <a:cubicBezTo>
                        <a:pt x="1" y="417"/>
                        <a:pt x="29" y="472"/>
                        <a:pt x="56" y="527"/>
                      </a:cubicBezTo>
                      <a:cubicBezTo>
                        <a:pt x="84" y="583"/>
                        <a:pt x="112" y="611"/>
                        <a:pt x="167" y="638"/>
                      </a:cubicBezTo>
                      <a:cubicBezTo>
                        <a:pt x="223" y="666"/>
                        <a:pt x="278" y="666"/>
                        <a:pt x="306" y="694"/>
                      </a:cubicBezTo>
                      <a:cubicBezTo>
                        <a:pt x="333" y="694"/>
                        <a:pt x="333" y="666"/>
                        <a:pt x="333" y="666"/>
                      </a:cubicBezTo>
                      <a:cubicBezTo>
                        <a:pt x="333" y="666"/>
                        <a:pt x="333" y="666"/>
                        <a:pt x="333" y="638"/>
                      </a:cubicBezTo>
                      <a:lnTo>
                        <a:pt x="333" y="583"/>
                      </a:lnTo>
                      <a:cubicBezTo>
                        <a:pt x="333" y="583"/>
                        <a:pt x="333" y="555"/>
                        <a:pt x="333" y="555"/>
                      </a:cubicBezTo>
                      <a:lnTo>
                        <a:pt x="306" y="555"/>
                      </a:lnTo>
                      <a:cubicBezTo>
                        <a:pt x="250" y="527"/>
                        <a:pt x="223" y="527"/>
                        <a:pt x="167" y="472"/>
                      </a:cubicBezTo>
                      <a:cubicBezTo>
                        <a:pt x="139" y="444"/>
                        <a:pt x="139" y="417"/>
                        <a:pt x="139" y="361"/>
                      </a:cubicBezTo>
                      <a:cubicBezTo>
                        <a:pt x="139" y="306"/>
                        <a:pt x="139" y="250"/>
                        <a:pt x="167" y="222"/>
                      </a:cubicBezTo>
                      <a:cubicBezTo>
                        <a:pt x="195" y="195"/>
                        <a:pt x="250" y="167"/>
                        <a:pt x="306" y="167"/>
                      </a:cubicBezTo>
                      <a:cubicBezTo>
                        <a:pt x="361" y="167"/>
                        <a:pt x="389" y="195"/>
                        <a:pt x="417" y="195"/>
                      </a:cubicBezTo>
                      <a:cubicBezTo>
                        <a:pt x="472" y="222"/>
                        <a:pt x="500" y="278"/>
                        <a:pt x="583" y="361"/>
                      </a:cubicBezTo>
                      <a:lnTo>
                        <a:pt x="888" y="666"/>
                      </a:lnTo>
                      <a:cubicBezTo>
                        <a:pt x="888" y="694"/>
                        <a:pt x="916" y="694"/>
                        <a:pt x="943" y="694"/>
                      </a:cubicBezTo>
                      <a:lnTo>
                        <a:pt x="999" y="694"/>
                      </a:lnTo>
                      <a:cubicBezTo>
                        <a:pt x="1027" y="694"/>
                        <a:pt x="1027" y="666"/>
                        <a:pt x="1027" y="666"/>
                      </a:cubicBezTo>
                      <a:lnTo>
                        <a:pt x="1027" y="56"/>
                      </a:lnTo>
                      <a:cubicBezTo>
                        <a:pt x="1027" y="28"/>
                        <a:pt x="1027" y="28"/>
                        <a:pt x="999" y="28"/>
                      </a:cubicBezTo>
                      <a:cubicBezTo>
                        <a:pt x="999" y="28"/>
                        <a:pt x="999" y="1"/>
                        <a:pt x="9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6" name="Google Shape;346;p16"/>
                <p:cNvSpPr/>
                <p:nvPr/>
              </p:nvSpPr>
              <p:spPr>
                <a:xfrm>
                  <a:off x="6643694" y="4632100"/>
                  <a:ext cx="24975" cy="18050"/>
                </a:xfrm>
                <a:custGeom>
                  <a:rect b="b" l="l" r="r" t="t"/>
                  <a:pathLst>
                    <a:path extrusionOk="0" h="722" w="999">
                      <a:moveTo>
                        <a:pt x="610" y="139"/>
                      </a:moveTo>
                      <a:cubicBezTo>
                        <a:pt x="693" y="139"/>
                        <a:pt x="776" y="167"/>
                        <a:pt x="804" y="194"/>
                      </a:cubicBezTo>
                      <a:cubicBezTo>
                        <a:pt x="860" y="222"/>
                        <a:pt x="887" y="277"/>
                        <a:pt x="887" y="361"/>
                      </a:cubicBezTo>
                      <a:cubicBezTo>
                        <a:pt x="887" y="416"/>
                        <a:pt x="860" y="472"/>
                        <a:pt x="804" y="527"/>
                      </a:cubicBezTo>
                      <a:cubicBezTo>
                        <a:pt x="776" y="555"/>
                        <a:pt x="693" y="582"/>
                        <a:pt x="610" y="582"/>
                      </a:cubicBezTo>
                      <a:lnTo>
                        <a:pt x="388" y="582"/>
                      </a:lnTo>
                      <a:cubicBezTo>
                        <a:pt x="305" y="582"/>
                        <a:pt x="222" y="555"/>
                        <a:pt x="166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66" y="194"/>
                      </a:cubicBezTo>
                      <a:cubicBezTo>
                        <a:pt x="222" y="167"/>
                        <a:pt x="305" y="139"/>
                        <a:pt x="388" y="139"/>
                      </a:cubicBezTo>
                      <a:close/>
                      <a:moveTo>
                        <a:pt x="361" y="0"/>
                      </a:moveTo>
                      <a:cubicBezTo>
                        <a:pt x="250" y="0"/>
                        <a:pt x="166" y="28"/>
                        <a:pt x="83" y="83"/>
                      </a:cubicBezTo>
                      <a:cubicBezTo>
                        <a:pt x="28" y="139"/>
                        <a:pt x="0" y="222"/>
                        <a:pt x="0" y="361"/>
                      </a:cubicBezTo>
                      <a:cubicBezTo>
                        <a:pt x="0" y="472"/>
                        <a:pt x="28" y="555"/>
                        <a:pt x="83" y="610"/>
                      </a:cubicBezTo>
                      <a:cubicBezTo>
                        <a:pt x="166" y="666"/>
                        <a:pt x="250" y="721"/>
                        <a:pt x="361" y="721"/>
                      </a:cubicBezTo>
                      <a:lnTo>
                        <a:pt x="610" y="721"/>
                      </a:lnTo>
                      <a:cubicBezTo>
                        <a:pt x="721" y="693"/>
                        <a:pt x="832" y="666"/>
                        <a:pt x="887" y="610"/>
                      </a:cubicBezTo>
                      <a:cubicBezTo>
                        <a:pt x="971" y="555"/>
                        <a:pt x="998" y="472"/>
                        <a:pt x="998" y="361"/>
                      </a:cubicBezTo>
                      <a:cubicBezTo>
                        <a:pt x="998" y="222"/>
                        <a:pt x="971" y="139"/>
                        <a:pt x="887" y="83"/>
                      </a:cubicBezTo>
                      <a:cubicBezTo>
                        <a:pt x="832" y="28"/>
                        <a:pt x="721" y="0"/>
                        <a:pt x="6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7" name="Google Shape;347;p16"/>
                <p:cNvSpPr/>
                <p:nvPr/>
              </p:nvSpPr>
              <p:spPr>
                <a:xfrm>
                  <a:off x="6643556" y="4611300"/>
                  <a:ext cx="24975" cy="17350"/>
                </a:xfrm>
                <a:custGeom>
                  <a:rect b="b" l="l" r="r" t="t"/>
                  <a:pathLst>
                    <a:path extrusionOk="0" h="694" w="999">
                      <a:moveTo>
                        <a:pt x="693" y="1"/>
                      </a:moveTo>
                      <a:cubicBezTo>
                        <a:pt x="610" y="1"/>
                        <a:pt x="555" y="28"/>
                        <a:pt x="499" y="84"/>
                      </a:cubicBezTo>
                      <a:cubicBezTo>
                        <a:pt x="444" y="139"/>
                        <a:pt x="416" y="195"/>
                        <a:pt x="416" y="306"/>
                      </a:cubicBezTo>
                      <a:lnTo>
                        <a:pt x="416" y="333"/>
                      </a:lnTo>
                      <a:lnTo>
                        <a:pt x="111" y="56"/>
                      </a:lnTo>
                      <a:cubicBezTo>
                        <a:pt x="111" y="28"/>
                        <a:pt x="83" y="28"/>
                        <a:pt x="83" y="28"/>
                      </a:cubicBezTo>
                      <a:lnTo>
                        <a:pt x="28" y="28"/>
                      </a:lnTo>
                      <a:cubicBezTo>
                        <a:pt x="28" y="28"/>
                        <a:pt x="28" y="28"/>
                        <a:pt x="0" y="56"/>
                      </a:cubicBezTo>
                      <a:lnTo>
                        <a:pt x="0" y="638"/>
                      </a:lnTo>
                      <a:cubicBezTo>
                        <a:pt x="28" y="666"/>
                        <a:pt x="28" y="666"/>
                        <a:pt x="28" y="666"/>
                      </a:cubicBezTo>
                      <a:lnTo>
                        <a:pt x="83" y="666"/>
                      </a:lnTo>
                      <a:cubicBezTo>
                        <a:pt x="83" y="666"/>
                        <a:pt x="111" y="666"/>
                        <a:pt x="111" y="638"/>
                      </a:cubicBezTo>
                      <a:lnTo>
                        <a:pt x="111" y="195"/>
                      </a:lnTo>
                      <a:lnTo>
                        <a:pt x="416" y="472"/>
                      </a:lnTo>
                      <a:cubicBezTo>
                        <a:pt x="444" y="500"/>
                        <a:pt x="444" y="500"/>
                        <a:pt x="471" y="500"/>
                      </a:cubicBezTo>
                      <a:lnTo>
                        <a:pt x="527" y="500"/>
                      </a:lnTo>
                      <a:cubicBezTo>
                        <a:pt x="527" y="472"/>
                        <a:pt x="527" y="472"/>
                        <a:pt x="527" y="472"/>
                      </a:cubicBezTo>
                      <a:lnTo>
                        <a:pt x="527" y="333"/>
                      </a:lnTo>
                      <a:cubicBezTo>
                        <a:pt x="527" y="195"/>
                        <a:pt x="582" y="112"/>
                        <a:pt x="693" y="112"/>
                      </a:cubicBezTo>
                      <a:cubicBezTo>
                        <a:pt x="749" y="112"/>
                        <a:pt x="804" y="139"/>
                        <a:pt x="832" y="195"/>
                      </a:cubicBezTo>
                      <a:cubicBezTo>
                        <a:pt x="860" y="222"/>
                        <a:pt x="887" y="278"/>
                        <a:pt x="887" y="333"/>
                      </a:cubicBezTo>
                      <a:cubicBezTo>
                        <a:pt x="887" y="389"/>
                        <a:pt x="887" y="444"/>
                        <a:pt x="860" y="500"/>
                      </a:cubicBezTo>
                      <a:cubicBezTo>
                        <a:pt x="832" y="527"/>
                        <a:pt x="804" y="555"/>
                        <a:pt x="749" y="583"/>
                      </a:cubicBezTo>
                      <a:lnTo>
                        <a:pt x="721" y="583"/>
                      </a:lnTo>
                      <a:cubicBezTo>
                        <a:pt x="721" y="583"/>
                        <a:pt x="721" y="611"/>
                        <a:pt x="721" y="611"/>
                      </a:cubicBezTo>
                      <a:lnTo>
                        <a:pt x="721" y="666"/>
                      </a:lnTo>
                      <a:cubicBezTo>
                        <a:pt x="721" y="694"/>
                        <a:pt x="721" y="694"/>
                        <a:pt x="749" y="694"/>
                      </a:cubicBezTo>
                      <a:cubicBezTo>
                        <a:pt x="804" y="694"/>
                        <a:pt x="832" y="694"/>
                        <a:pt x="887" y="666"/>
                      </a:cubicBezTo>
                      <a:cubicBezTo>
                        <a:pt x="915" y="638"/>
                        <a:pt x="943" y="583"/>
                        <a:pt x="971" y="527"/>
                      </a:cubicBezTo>
                      <a:cubicBezTo>
                        <a:pt x="998" y="472"/>
                        <a:pt x="998" y="417"/>
                        <a:pt x="998" y="333"/>
                      </a:cubicBezTo>
                      <a:cubicBezTo>
                        <a:pt x="998" y="278"/>
                        <a:pt x="998" y="222"/>
                        <a:pt x="971" y="167"/>
                      </a:cubicBezTo>
                      <a:cubicBezTo>
                        <a:pt x="943" y="112"/>
                        <a:pt x="915" y="56"/>
                        <a:pt x="860" y="28"/>
                      </a:cubicBezTo>
                      <a:cubicBezTo>
                        <a:pt x="832" y="1"/>
                        <a:pt x="776" y="1"/>
                        <a:pt x="69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8" name="Google Shape;348;p16"/>
                <p:cNvSpPr/>
                <p:nvPr/>
              </p:nvSpPr>
              <p:spPr>
                <a:xfrm>
                  <a:off x="7157705" y="4632100"/>
                  <a:ext cx="24975" cy="18050"/>
                </a:xfrm>
                <a:custGeom>
                  <a:rect b="b" l="l" r="r" t="t"/>
                  <a:pathLst>
                    <a:path extrusionOk="0" h="722" w="999">
                      <a:moveTo>
                        <a:pt x="611" y="139"/>
                      </a:moveTo>
                      <a:cubicBezTo>
                        <a:pt x="694" y="139"/>
                        <a:pt x="777" y="167"/>
                        <a:pt x="833" y="194"/>
                      </a:cubicBezTo>
                      <a:cubicBezTo>
                        <a:pt x="860" y="222"/>
                        <a:pt x="888" y="277"/>
                        <a:pt x="888" y="361"/>
                      </a:cubicBezTo>
                      <a:cubicBezTo>
                        <a:pt x="888" y="416"/>
                        <a:pt x="860" y="472"/>
                        <a:pt x="833" y="527"/>
                      </a:cubicBezTo>
                      <a:cubicBezTo>
                        <a:pt x="777" y="555"/>
                        <a:pt x="694" y="582"/>
                        <a:pt x="611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23" y="555"/>
                        <a:pt x="167" y="527"/>
                      </a:cubicBezTo>
                      <a:cubicBezTo>
                        <a:pt x="139" y="472"/>
                        <a:pt x="112" y="416"/>
                        <a:pt x="112" y="361"/>
                      </a:cubicBezTo>
                      <a:cubicBezTo>
                        <a:pt x="112" y="277"/>
                        <a:pt x="139" y="222"/>
                        <a:pt x="167" y="194"/>
                      </a:cubicBezTo>
                      <a:cubicBezTo>
                        <a:pt x="223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50" y="0"/>
                        <a:pt x="167" y="28"/>
                        <a:pt x="112" y="83"/>
                      </a:cubicBezTo>
                      <a:cubicBezTo>
                        <a:pt x="28" y="139"/>
                        <a:pt x="1" y="222"/>
                        <a:pt x="1" y="361"/>
                      </a:cubicBezTo>
                      <a:cubicBezTo>
                        <a:pt x="1" y="472"/>
                        <a:pt x="28" y="555"/>
                        <a:pt x="112" y="610"/>
                      </a:cubicBezTo>
                      <a:cubicBezTo>
                        <a:pt x="167" y="666"/>
                        <a:pt x="250" y="721"/>
                        <a:pt x="389" y="721"/>
                      </a:cubicBezTo>
                      <a:lnTo>
                        <a:pt x="611" y="721"/>
                      </a:lnTo>
                      <a:cubicBezTo>
                        <a:pt x="749" y="693"/>
                        <a:pt x="833" y="666"/>
                        <a:pt x="916" y="610"/>
                      </a:cubicBezTo>
                      <a:cubicBezTo>
                        <a:pt x="971" y="555"/>
                        <a:pt x="999" y="472"/>
                        <a:pt x="999" y="361"/>
                      </a:cubicBezTo>
                      <a:cubicBezTo>
                        <a:pt x="999" y="222"/>
                        <a:pt x="971" y="139"/>
                        <a:pt x="916" y="83"/>
                      </a:cubicBezTo>
                      <a:cubicBezTo>
                        <a:pt x="833" y="28"/>
                        <a:pt x="749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9" name="Google Shape;349;p16"/>
                <p:cNvSpPr/>
                <p:nvPr/>
              </p:nvSpPr>
              <p:spPr>
                <a:xfrm>
                  <a:off x="7157837" y="4609225"/>
                  <a:ext cx="24975" cy="19425"/>
                </a:xfrm>
                <a:custGeom>
                  <a:rect b="b" l="l" r="r" t="t"/>
                  <a:pathLst>
                    <a:path extrusionOk="0" h="777" w="999">
                      <a:moveTo>
                        <a:pt x="638" y="277"/>
                      </a:moveTo>
                      <a:lnTo>
                        <a:pt x="638" y="638"/>
                      </a:lnTo>
                      <a:lnTo>
                        <a:pt x="139" y="277"/>
                      </a:lnTo>
                      <a:close/>
                      <a:moveTo>
                        <a:pt x="638" y="0"/>
                      </a:moveTo>
                      <a:cubicBezTo>
                        <a:pt x="638" y="0"/>
                        <a:pt x="638" y="28"/>
                        <a:pt x="638" y="28"/>
                      </a:cubicBezTo>
                      <a:lnTo>
                        <a:pt x="638" y="167"/>
                      </a:lnTo>
                      <a:lnTo>
                        <a:pt x="1" y="167"/>
                      </a:lnTo>
                      <a:cubicBezTo>
                        <a:pt x="1" y="167"/>
                        <a:pt x="1" y="167"/>
                        <a:pt x="1" y="194"/>
                      </a:cubicBezTo>
                      <a:lnTo>
                        <a:pt x="1" y="277"/>
                      </a:lnTo>
                      <a:cubicBezTo>
                        <a:pt x="1" y="305"/>
                        <a:pt x="1" y="305"/>
                        <a:pt x="1" y="305"/>
                      </a:cubicBezTo>
                      <a:cubicBezTo>
                        <a:pt x="28" y="333"/>
                        <a:pt x="28" y="333"/>
                        <a:pt x="28" y="333"/>
                      </a:cubicBezTo>
                      <a:lnTo>
                        <a:pt x="638" y="749"/>
                      </a:lnTo>
                      <a:cubicBezTo>
                        <a:pt x="638" y="777"/>
                        <a:pt x="666" y="777"/>
                        <a:pt x="666" y="777"/>
                      </a:cubicBezTo>
                      <a:lnTo>
                        <a:pt x="749" y="777"/>
                      </a:lnTo>
                      <a:cubicBezTo>
                        <a:pt x="749" y="749"/>
                        <a:pt x="749" y="749"/>
                        <a:pt x="749" y="749"/>
                      </a:cubicBezTo>
                      <a:lnTo>
                        <a:pt x="749" y="277"/>
                      </a:lnTo>
                      <a:lnTo>
                        <a:pt x="999" y="277"/>
                      </a:lnTo>
                      <a:cubicBezTo>
                        <a:pt x="999" y="277"/>
                        <a:pt x="999" y="250"/>
                        <a:pt x="999" y="250"/>
                      </a:cubicBezTo>
                      <a:lnTo>
                        <a:pt x="999" y="194"/>
                      </a:lnTo>
                      <a:cubicBezTo>
                        <a:pt x="999" y="167"/>
                        <a:pt x="999" y="167"/>
                        <a:pt x="999" y="167"/>
                      </a:cubicBezTo>
                      <a:lnTo>
                        <a:pt x="749" y="167"/>
                      </a:lnTo>
                      <a:lnTo>
                        <a:pt x="749" y="28"/>
                      </a:lnTo>
                      <a:cubicBezTo>
                        <a:pt x="749" y="28"/>
                        <a:pt x="749" y="0"/>
                        <a:pt x="7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0" name="Google Shape;350;p16"/>
                <p:cNvSpPr/>
                <p:nvPr/>
              </p:nvSpPr>
              <p:spPr>
                <a:xfrm>
                  <a:off x="7671715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11" y="139"/>
                      </a:moveTo>
                      <a:cubicBezTo>
                        <a:pt x="722" y="139"/>
                        <a:pt x="777" y="167"/>
                        <a:pt x="833" y="194"/>
                      </a:cubicBezTo>
                      <a:cubicBezTo>
                        <a:pt x="888" y="222"/>
                        <a:pt x="888" y="277"/>
                        <a:pt x="888" y="361"/>
                      </a:cubicBezTo>
                      <a:cubicBezTo>
                        <a:pt x="888" y="416"/>
                        <a:pt x="888" y="472"/>
                        <a:pt x="833" y="527"/>
                      </a:cubicBezTo>
                      <a:cubicBezTo>
                        <a:pt x="777" y="555"/>
                        <a:pt x="722" y="582"/>
                        <a:pt x="611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23" y="555"/>
                        <a:pt x="195" y="527"/>
                      </a:cubicBezTo>
                      <a:cubicBezTo>
                        <a:pt x="140" y="472"/>
                        <a:pt x="112" y="416"/>
                        <a:pt x="112" y="361"/>
                      </a:cubicBezTo>
                      <a:cubicBezTo>
                        <a:pt x="112" y="277"/>
                        <a:pt x="140" y="222"/>
                        <a:pt x="195" y="194"/>
                      </a:cubicBezTo>
                      <a:cubicBezTo>
                        <a:pt x="223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67" y="28"/>
                        <a:pt x="112" y="83"/>
                      </a:cubicBezTo>
                      <a:cubicBezTo>
                        <a:pt x="29" y="139"/>
                        <a:pt x="1" y="222"/>
                        <a:pt x="1" y="361"/>
                      </a:cubicBezTo>
                      <a:cubicBezTo>
                        <a:pt x="1" y="472"/>
                        <a:pt x="29" y="555"/>
                        <a:pt x="112" y="610"/>
                      </a:cubicBezTo>
                      <a:cubicBezTo>
                        <a:pt x="167" y="666"/>
                        <a:pt x="278" y="721"/>
                        <a:pt x="389" y="721"/>
                      </a:cubicBezTo>
                      <a:lnTo>
                        <a:pt x="639" y="721"/>
                      </a:lnTo>
                      <a:cubicBezTo>
                        <a:pt x="750" y="693"/>
                        <a:pt x="833" y="666"/>
                        <a:pt x="916" y="610"/>
                      </a:cubicBezTo>
                      <a:cubicBezTo>
                        <a:pt x="971" y="555"/>
                        <a:pt x="1027" y="472"/>
                        <a:pt x="1027" y="361"/>
                      </a:cubicBezTo>
                      <a:cubicBezTo>
                        <a:pt x="1027" y="222"/>
                        <a:pt x="971" y="139"/>
                        <a:pt x="916" y="83"/>
                      </a:cubicBezTo>
                      <a:cubicBezTo>
                        <a:pt x="833" y="28"/>
                        <a:pt x="750" y="0"/>
                        <a:pt x="6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1" name="Google Shape;351;p16"/>
                <p:cNvSpPr/>
                <p:nvPr/>
              </p:nvSpPr>
              <p:spPr>
                <a:xfrm>
                  <a:off x="7672119" y="4611300"/>
                  <a:ext cx="25675" cy="17350"/>
                </a:xfrm>
                <a:custGeom>
                  <a:rect b="b" l="l" r="r" t="t"/>
                  <a:pathLst>
                    <a:path extrusionOk="0" h="694" w="1027">
                      <a:moveTo>
                        <a:pt x="694" y="1"/>
                      </a:moveTo>
                      <a:cubicBezTo>
                        <a:pt x="611" y="1"/>
                        <a:pt x="555" y="1"/>
                        <a:pt x="500" y="28"/>
                      </a:cubicBezTo>
                      <a:cubicBezTo>
                        <a:pt x="472" y="84"/>
                        <a:pt x="417" y="112"/>
                        <a:pt x="417" y="167"/>
                      </a:cubicBezTo>
                      <a:cubicBezTo>
                        <a:pt x="389" y="222"/>
                        <a:pt x="361" y="278"/>
                        <a:pt x="361" y="333"/>
                      </a:cubicBezTo>
                      <a:cubicBezTo>
                        <a:pt x="361" y="417"/>
                        <a:pt x="389" y="472"/>
                        <a:pt x="417" y="527"/>
                      </a:cubicBezTo>
                      <a:lnTo>
                        <a:pt x="140" y="500"/>
                      </a:lnTo>
                      <a:lnTo>
                        <a:pt x="140" y="84"/>
                      </a:lnTo>
                      <a:cubicBezTo>
                        <a:pt x="140" y="84"/>
                        <a:pt x="140" y="84"/>
                        <a:pt x="112" y="56"/>
                      </a:cubicBezTo>
                      <a:lnTo>
                        <a:pt x="29" y="56"/>
                      </a:lnTo>
                      <a:cubicBezTo>
                        <a:pt x="29" y="56"/>
                        <a:pt x="1" y="84"/>
                        <a:pt x="1" y="84"/>
                      </a:cubicBezTo>
                      <a:lnTo>
                        <a:pt x="1" y="583"/>
                      </a:lnTo>
                      <a:cubicBezTo>
                        <a:pt x="1" y="611"/>
                        <a:pt x="29" y="611"/>
                        <a:pt x="56" y="611"/>
                      </a:cubicBezTo>
                      <a:lnTo>
                        <a:pt x="528" y="666"/>
                      </a:lnTo>
                      <a:cubicBezTo>
                        <a:pt x="528" y="666"/>
                        <a:pt x="528" y="666"/>
                        <a:pt x="528" y="638"/>
                      </a:cubicBezTo>
                      <a:cubicBezTo>
                        <a:pt x="555" y="638"/>
                        <a:pt x="555" y="638"/>
                        <a:pt x="555" y="611"/>
                      </a:cubicBezTo>
                      <a:lnTo>
                        <a:pt x="555" y="555"/>
                      </a:lnTo>
                      <a:cubicBezTo>
                        <a:pt x="555" y="555"/>
                        <a:pt x="555" y="527"/>
                        <a:pt x="555" y="527"/>
                      </a:cubicBezTo>
                      <a:cubicBezTo>
                        <a:pt x="528" y="527"/>
                        <a:pt x="528" y="500"/>
                        <a:pt x="528" y="500"/>
                      </a:cubicBezTo>
                      <a:cubicBezTo>
                        <a:pt x="500" y="472"/>
                        <a:pt x="500" y="444"/>
                        <a:pt x="500" y="444"/>
                      </a:cubicBezTo>
                      <a:cubicBezTo>
                        <a:pt x="472" y="417"/>
                        <a:pt x="472" y="389"/>
                        <a:pt x="472" y="361"/>
                      </a:cubicBezTo>
                      <a:cubicBezTo>
                        <a:pt x="472" y="278"/>
                        <a:pt x="500" y="250"/>
                        <a:pt x="528" y="195"/>
                      </a:cubicBezTo>
                      <a:cubicBezTo>
                        <a:pt x="555" y="139"/>
                        <a:pt x="611" y="139"/>
                        <a:pt x="666" y="139"/>
                      </a:cubicBezTo>
                      <a:cubicBezTo>
                        <a:pt x="750" y="139"/>
                        <a:pt x="805" y="139"/>
                        <a:pt x="833" y="195"/>
                      </a:cubicBezTo>
                      <a:cubicBezTo>
                        <a:pt x="888" y="250"/>
                        <a:pt x="888" y="278"/>
                        <a:pt x="888" y="361"/>
                      </a:cubicBezTo>
                      <a:cubicBezTo>
                        <a:pt x="888" y="417"/>
                        <a:pt x="888" y="444"/>
                        <a:pt x="860" y="500"/>
                      </a:cubicBezTo>
                      <a:cubicBezTo>
                        <a:pt x="833" y="527"/>
                        <a:pt x="805" y="555"/>
                        <a:pt x="750" y="555"/>
                      </a:cubicBezTo>
                      <a:cubicBezTo>
                        <a:pt x="722" y="583"/>
                        <a:pt x="722" y="583"/>
                        <a:pt x="722" y="611"/>
                      </a:cubicBezTo>
                      <a:lnTo>
                        <a:pt x="722" y="666"/>
                      </a:lnTo>
                      <a:cubicBezTo>
                        <a:pt x="722" y="666"/>
                        <a:pt x="722" y="694"/>
                        <a:pt x="722" y="694"/>
                      </a:cubicBezTo>
                      <a:lnTo>
                        <a:pt x="750" y="694"/>
                      </a:lnTo>
                      <a:cubicBezTo>
                        <a:pt x="805" y="694"/>
                        <a:pt x="833" y="694"/>
                        <a:pt x="888" y="666"/>
                      </a:cubicBezTo>
                      <a:cubicBezTo>
                        <a:pt x="916" y="638"/>
                        <a:pt x="944" y="583"/>
                        <a:pt x="971" y="527"/>
                      </a:cubicBezTo>
                      <a:cubicBezTo>
                        <a:pt x="999" y="500"/>
                        <a:pt x="1027" y="417"/>
                        <a:pt x="1027" y="361"/>
                      </a:cubicBezTo>
                      <a:cubicBezTo>
                        <a:pt x="1027" y="278"/>
                        <a:pt x="999" y="222"/>
                        <a:pt x="971" y="167"/>
                      </a:cubicBezTo>
                      <a:cubicBezTo>
                        <a:pt x="944" y="112"/>
                        <a:pt x="916" y="84"/>
                        <a:pt x="860" y="28"/>
                      </a:cubicBezTo>
                      <a:cubicBezTo>
                        <a:pt x="805" y="1"/>
                        <a:pt x="750" y="1"/>
                        <a:pt x="69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2" name="Google Shape;352;p16"/>
                <p:cNvSpPr/>
                <p:nvPr/>
              </p:nvSpPr>
              <p:spPr>
                <a:xfrm>
                  <a:off x="8186425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1" y="139"/>
                        <a:pt x="777" y="167"/>
                        <a:pt x="832" y="194"/>
                      </a:cubicBezTo>
                      <a:cubicBezTo>
                        <a:pt x="887" y="222"/>
                        <a:pt x="915" y="277"/>
                        <a:pt x="915" y="361"/>
                      </a:cubicBezTo>
                      <a:cubicBezTo>
                        <a:pt x="915" y="416"/>
                        <a:pt x="887" y="472"/>
                        <a:pt x="832" y="527"/>
                      </a:cubicBezTo>
                      <a:cubicBezTo>
                        <a:pt x="777" y="555"/>
                        <a:pt x="721" y="582"/>
                        <a:pt x="638" y="582"/>
                      </a:cubicBezTo>
                      <a:lnTo>
                        <a:pt x="388" y="582"/>
                      </a:lnTo>
                      <a:cubicBezTo>
                        <a:pt x="305" y="582"/>
                        <a:pt x="250" y="555"/>
                        <a:pt x="194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94" y="194"/>
                      </a:cubicBezTo>
                      <a:cubicBezTo>
                        <a:pt x="250" y="167"/>
                        <a:pt x="305" y="139"/>
                        <a:pt x="388" y="139"/>
                      </a:cubicBezTo>
                      <a:close/>
                      <a:moveTo>
                        <a:pt x="388" y="0"/>
                      </a:moveTo>
                      <a:cubicBezTo>
                        <a:pt x="277" y="0"/>
                        <a:pt x="194" y="28"/>
                        <a:pt x="111" y="83"/>
                      </a:cubicBezTo>
                      <a:cubicBezTo>
                        <a:pt x="28" y="139"/>
                        <a:pt x="0" y="222"/>
                        <a:pt x="0" y="361"/>
                      </a:cubicBezTo>
                      <a:cubicBezTo>
                        <a:pt x="0" y="472"/>
                        <a:pt x="28" y="555"/>
                        <a:pt x="111" y="610"/>
                      </a:cubicBezTo>
                      <a:cubicBezTo>
                        <a:pt x="194" y="666"/>
                        <a:pt x="277" y="721"/>
                        <a:pt x="388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32" y="666"/>
                        <a:pt x="915" y="610"/>
                      </a:cubicBezTo>
                      <a:cubicBezTo>
                        <a:pt x="998" y="555"/>
                        <a:pt x="1026" y="472"/>
                        <a:pt x="1026" y="361"/>
                      </a:cubicBezTo>
                      <a:cubicBezTo>
                        <a:pt x="1026" y="222"/>
                        <a:pt x="998" y="139"/>
                        <a:pt x="915" y="83"/>
                      </a:cubicBezTo>
                      <a:cubicBezTo>
                        <a:pt x="832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53" name="Google Shape;353;p16"/>
                <p:cNvSpPr/>
                <p:nvPr/>
              </p:nvSpPr>
              <p:spPr>
                <a:xfrm>
                  <a:off x="8187100" y="4610600"/>
                  <a:ext cx="25000" cy="18050"/>
                </a:xfrm>
                <a:custGeom>
                  <a:rect b="b" l="l" r="r" t="t"/>
                  <a:pathLst>
                    <a:path extrusionOk="0" h="722" w="1000">
                      <a:moveTo>
                        <a:pt x="666" y="140"/>
                      </a:moveTo>
                      <a:cubicBezTo>
                        <a:pt x="694" y="140"/>
                        <a:pt x="750" y="140"/>
                        <a:pt x="777" y="167"/>
                      </a:cubicBezTo>
                      <a:cubicBezTo>
                        <a:pt x="805" y="195"/>
                        <a:pt x="833" y="223"/>
                        <a:pt x="860" y="250"/>
                      </a:cubicBezTo>
                      <a:cubicBezTo>
                        <a:pt x="860" y="278"/>
                        <a:pt x="888" y="306"/>
                        <a:pt x="888" y="361"/>
                      </a:cubicBezTo>
                      <a:cubicBezTo>
                        <a:pt x="888" y="389"/>
                        <a:pt x="860" y="445"/>
                        <a:pt x="860" y="472"/>
                      </a:cubicBezTo>
                      <a:cubicBezTo>
                        <a:pt x="833" y="500"/>
                        <a:pt x="805" y="528"/>
                        <a:pt x="777" y="555"/>
                      </a:cubicBezTo>
                      <a:cubicBezTo>
                        <a:pt x="750" y="583"/>
                        <a:pt x="694" y="583"/>
                        <a:pt x="666" y="583"/>
                      </a:cubicBezTo>
                      <a:cubicBezTo>
                        <a:pt x="611" y="583"/>
                        <a:pt x="583" y="583"/>
                        <a:pt x="528" y="555"/>
                      </a:cubicBezTo>
                      <a:cubicBezTo>
                        <a:pt x="500" y="528"/>
                        <a:pt x="472" y="500"/>
                        <a:pt x="472" y="472"/>
                      </a:cubicBezTo>
                      <a:cubicBezTo>
                        <a:pt x="445" y="445"/>
                        <a:pt x="445" y="389"/>
                        <a:pt x="445" y="361"/>
                      </a:cubicBezTo>
                      <a:cubicBezTo>
                        <a:pt x="445" y="334"/>
                        <a:pt x="445" y="278"/>
                        <a:pt x="472" y="250"/>
                      </a:cubicBezTo>
                      <a:cubicBezTo>
                        <a:pt x="472" y="223"/>
                        <a:pt x="500" y="195"/>
                        <a:pt x="528" y="167"/>
                      </a:cubicBezTo>
                      <a:cubicBezTo>
                        <a:pt x="583" y="140"/>
                        <a:pt x="611" y="140"/>
                        <a:pt x="666" y="140"/>
                      </a:cubicBezTo>
                      <a:close/>
                      <a:moveTo>
                        <a:pt x="666" y="1"/>
                      </a:moveTo>
                      <a:cubicBezTo>
                        <a:pt x="583" y="1"/>
                        <a:pt x="528" y="1"/>
                        <a:pt x="500" y="29"/>
                      </a:cubicBezTo>
                      <a:cubicBezTo>
                        <a:pt x="445" y="56"/>
                        <a:pt x="389" y="112"/>
                        <a:pt x="361" y="167"/>
                      </a:cubicBezTo>
                      <a:cubicBezTo>
                        <a:pt x="334" y="223"/>
                        <a:pt x="334" y="278"/>
                        <a:pt x="334" y="334"/>
                      </a:cubicBezTo>
                      <a:cubicBezTo>
                        <a:pt x="334" y="361"/>
                        <a:pt x="334" y="389"/>
                        <a:pt x="334" y="417"/>
                      </a:cubicBezTo>
                      <a:lnTo>
                        <a:pt x="29" y="223"/>
                      </a:lnTo>
                      <a:lnTo>
                        <a:pt x="1" y="223"/>
                      </a:lnTo>
                      <a:cubicBezTo>
                        <a:pt x="1" y="223"/>
                        <a:pt x="1" y="223"/>
                        <a:pt x="1" y="250"/>
                      </a:cubicBezTo>
                      <a:lnTo>
                        <a:pt x="1" y="306"/>
                      </a:lnTo>
                      <a:cubicBezTo>
                        <a:pt x="1" y="306"/>
                        <a:pt x="1" y="334"/>
                        <a:pt x="1" y="334"/>
                      </a:cubicBezTo>
                      <a:cubicBezTo>
                        <a:pt x="1" y="334"/>
                        <a:pt x="1" y="334"/>
                        <a:pt x="1" y="361"/>
                      </a:cubicBezTo>
                      <a:lnTo>
                        <a:pt x="29" y="361"/>
                      </a:lnTo>
                      <a:lnTo>
                        <a:pt x="389" y="639"/>
                      </a:lnTo>
                      <a:cubicBezTo>
                        <a:pt x="500" y="694"/>
                        <a:pt x="583" y="722"/>
                        <a:pt x="666" y="722"/>
                      </a:cubicBezTo>
                      <a:cubicBezTo>
                        <a:pt x="722" y="722"/>
                        <a:pt x="777" y="722"/>
                        <a:pt x="833" y="694"/>
                      </a:cubicBezTo>
                      <a:cubicBezTo>
                        <a:pt x="888" y="666"/>
                        <a:pt x="916" y="611"/>
                        <a:pt x="944" y="555"/>
                      </a:cubicBezTo>
                      <a:cubicBezTo>
                        <a:pt x="971" y="500"/>
                        <a:pt x="999" y="445"/>
                        <a:pt x="999" y="361"/>
                      </a:cubicBezTo>
                      <a:cubicBezTo>
                        <a:pt x="999" y="278"/>
                        <a:pt x="971" y="223"/>
                        <a:pt x="944" y="167"/>
                      </a:cubicBezTo>
                      <a:cubicBezTo>
                        <a:pt x="916" y="112"/>
                        <a:pt x="888" y="56"/>
                        <a:pt x="833" y="29"/>
                      </a:cubicBezTo>
                      <a:cubicBezTo>
                        <a:pt x="777" y="1"/>
                        <a:pt x="722" y="1"/>
                        <a:pt x="66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354" name="Google Shape;354;p16"/>
          <p:cNvSpPr txBox="1"/>
          <p:nvPr>
            <p:ph type="title"/>
          </p:nvPr>
        </p:nvSpPr>
        <p:spPr>
          <a:xfrm>
            <a:off x="4864525" y="1859750"/>
            <a:ext cx="3559500" cy="87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55" name="Google Shape;355;p16"/>
          <p:cNvSpPr txBox="1"/>
          <p:nvPr>
            <p:ph idx="1" type="subTitle"/>
          </p:nvPr>
        </p:nvSpPr>
        <p:spPr>
          <a:xfrm>
            <a:off x="4864525" y="2730750"/>
            <a:ext cx="35595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16"/>
          <p:cNvSpPr txBox="1"/>
          <p:nvPr>
            <p:ph hasCustomPrompt="1" idx="2" type="title"/>
          </p:nvPr>
        </p:nvSpPr>
        <p:spPr>
          <a:xfrm>
            <a:off x="2546000" y="3030300"/>
            <a:ext cx="13485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7"/>
          <p:cNvSpPr txBox="1"/>
          <p:nvPr>
            <p:ph type="title"/>
          </p:nvPr>
        </p:nvSpPr>
        <p:spPr>
          <a:xfrm>
            <a:off x="1456050" y="3414150"/>
            <a:ext cx="62391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359" name="Google Shape;359;p17"/>
          <p:cNvSpPr txBox="1"/>
          <p:nvPr>
            <p:ph idx="1" type="subTitle"/>
          </p:nvPr>
        </p:nvSpPr>
        <p:spPr>
          <a:xfrm>
            <a:off x="964850" y="1148850"/>
            <a:ext cx="7214400" cy="20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360" name="Google Shape;360;p17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361" name="Google Shape;361;p1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4" name="Google Shape;364;p17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365" name="Google Shape;365;p1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8" name="Google Shape;368;p17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369" name="Google Shape;369;p1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2" name="Google Shape;372;p17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373" name="Google Shape;373;p1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7" name="Google Shape;377;p18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378" name="Google Shape;378;p18"/>
            <p:cNvGrpSpPr/>
            <p:nvPr/>
          </p:nvGrpSpPr>
          <p:grpSpPr>
            <a:xfrm>
              <a:off x="4672726" y="1652797"/>
              <a:ext cx="4108323" cy="3132999"/>
              <a:chOff x="5614975" y="2571738"/>
              <a:chExt cx="2725075" cy="2078413"/>
            </a:xfrm>
          </p:grpSpPr>
          <p:grpSp>
            <p:nvGrpSpPr>
              <p:cNvPr id="379" name="Google Shape;379;p18"/>
              <p:cNvGrpSpPr/>
              <p:nvPr/>
            </p:nvGrpSpPr>
            <p:grpSpPr>
              <a:xfrm>
                <a:off x="8301900" y="2571738"/>
                <a:ext cx="38150" cy="1997125"/>
                <a:chOff x="8301900" y="2571738"/>
                <a:chExt cx="38150" cy="1997125"/>
              </a:xfrm>
            </p:grpSpPr>
            <p:sp>
              <p:nvSpPr>
                <p:cNvPr id="380" name="Google Shape;380;p18"/>
                <p:cNvSpPr/>
                <p:nvPr/>
              </p:nvSpPr>
              <p:spPr>
                <a:xfrm>
                  <a:off x="8305713" y="2571738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112"/>
                      </a:moveTo>
                      <a:cubicBezTo>
                        <a:pt x="416" y="112"/>
                        <a:pt x="472" y="112"/>
                        <a:pt x="500" y="167"/>
                      </a:cubicBezTo>
                      <a:cubicBezTo>
                        <a:pt x="527" y="223"/>
                        <a:pt x="555" y="278"/>
                        <a:pt x="555" y="361"/>
                      </a:cubicBezTo>
                      <a:cubicBezTo>
                        <a:pt x="555" y="389"/>
                        <a:pt x="555" y="417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66"/>
                        <a:pt x="527" y="722"/>
                        <a:pt x="500" y="777"/>
                      </a:cubicBezTo>
                      <a:cubicBezTo>
                        <a:pt x="472" y="805"/>
                        <a:pt x="416" y="833"/>
                        <a:pt x="333" y="833"/>
                      </a:cubicBezTo>
                      <a:cubicBezTo>
                        <a:pt x="278" y="833"/>
                        <a:pt x="222" y="805"/>
                        <a:pt x="195" y="777"/>
                      </a:cubicBezTo>
                      <a:cubicBezTo>
                        <a:pt x="167" y="722"/>
                        <a:pt x="139" y="666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3"/>
                        <a:pt x="195" y="167"/>
                      </a:cubicBezTo>
                      <a:cubicBezTo>
                        <a:pt x="222" y="112"/>
                        <a:pt x="278" y="112"/>
                        <a:pt x="333" y="112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29"/>
                        <a:pt x="111" y="84"/>
                      </a:cubicBezTo>
                      <a:cubicBezTo>
                        <a:pt x="56" y="167"/>
                        <a:pt x="28" y="250"/>
                        <a:pt x="28" y="361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3"/>
                      </a:cubicBezTo>
                      <a:cubicBezTo>
                        <a:pt x="139" y="916"/>
                        <a:pt x="222" y="944"/>
                        <a:pt x="333" y="944"/>
                      </a:cubicBezTo>
                      <a:cubicBezTo>
                        <a:pt x="472" y="944"/>
                        <a:pt x="555" y="916"/>
                        <a:pt x="583" y="833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8"/>
                        <a:pt x="694" y="472"/>
                      </a:cubicBezTo>
                      <a:cubicBezTo>
                        <a:pt x="694" y="417"/>
                        <a:pt x="666" y="389"/>
                        <a:pt x="666" y="361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9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1" name="Google Shape;381;p18"/>
                <p:cNvSpPr/>
                <p:nvPr/>
              </p:nvSpPr>
              <p:spPr>
                <a:xfrm>
                  <a:off x="8302600" y="2966313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84"/>
                      </a:moveTo>
                      <a:cubicBezTo>
                        <a:pt x="416" y="84"/>
                        <a:pt x="472" y="111"/>
                        <a:pt x="500" y="167"/>
                      </a:cubicBezTo>
                      <a:cubicBezTo>
                        <a:pt x="527" y="222"/>
                        <a:pt x="555" y="278"/>
                        <a:pt x="555" y="361"/>
                      </a:cubicBezTo>
                      <a:cubicBezTo>
                        <a:pt x="555" y="389"/>
                        <a:pt x="555" y="416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38"/>
                        <a:pt x="527" y="721"/>
                        <a:pt x="500" y="749"/>
                      </a:cubicBezTo>
                      <a:cubicBezTo>
                        <a:pt x="472" y="805"/>
                        <a:pt x="416" y="832"/>
                        <a:pt x="333" y="832"/>
                      </a:cubicBezTo>
                      <a:cubicBezTo>
                        <a:pt x="278" y="832"/>
                        <a:pt x="222" y="805"/>
                        <a:pt x="195" y="749"/>
                      </a:cubicBezTo>
                      <a:cubicBezTo>
                        <a:pt x="167" y="721"/>
                        <a:pt x="139" y="638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2"/>
                        <a:pt x="195" y="167"/>
                      </a:cubicBezTo>
                      <a:cubicBezTo>
                        <a:pt x="222" y="111"/>
                        <a:pt x="278" y="84"/>
                        <a:pt x="333" y="84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28"/>
                        <a:pt x="111" y="84"/>
                      </a:cubicBezTo>
                      <a:cubicBezTo>
                        <a:pt x="56" y="167"/>
                        <a:pt x="28" y="250"/>
                        <a:pt x="28" y="333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2"/>
                      </a:cubicBezTo>
                      <a:cubicBezTo>
                        <a:pt x="139" y="915"/>
                        <a:pt x="222" y="943"/>
                        <a:pt x="333" y="943"/>
                      </a:cubicBezTo>
                      <a:cubicBezTo>
                        <a:pt x="472" y="943"/>
                        <a:pt x="555" y="915"/>
                        <a:pt x="583" y="832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7"/>
                        <a:pt x="694" y="472"/>
                      </a:cubicBezTo>
                      <a:cubicBezTo>
                        <a:pt x="694" y="416"/>
                        <a:pt x="666" y="361"/>
                        <a:pt x="666" y="333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8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2" name="Google Shape;382;p18"/>
                <p:cNvSpPr/>
                <p:nvPr/>
              </p:nvSpPr>
              <p:spPr>
                <a:xfrm>
                  <a:off x="8302250" y="3360888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84"/>
                      </a:moveTo>
                      <a:cubicBezTo>
                        <a:pt x="416" y="84"/>
                        <a:pt x="472" y="112"/>
                        <a:pt x="500" y="167"/>
                      </a:cubicBezTo>
                      <a:cubicBezTo>
                        <a:pt x="527" y="223"/>
                        <a:pt x="555" y="278"/>
                        <a:pt x="555" y="361"/>
                      </a:cubicBezTo>
                      <a:cubicBezTo>
                        <a:pt x="555" y="389"/>
                        <a:pt x="555" y="417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38"/>
                        <a:pt x="527" y="722"/>
                        <a:pt x="500" y="749"/>
                      </a:cubicBezTo>
                      <a:cubicBezTo>
                        <a:pt x="472" y="805"/>
                        <a:pt x="416" y="833"/>
                        <a:pt x="333" y="833"/>
                      </a:cubicBezTo>
                      <a:cubicBezTo>
                        <a:pt x="278" y="833"/>
                        <a:pt x="222" y="805"/>
                        <a:pt x="195" y="749"/>
                      </a:cubicBezTo>
                      <a:cubicBezTo>
                        <a:pt x="167" y="722"/>
                        <a:pt x="139" y="638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3"/>
                        <a:pt x="195" y="167"/>
                      </a:cubicBezTo>
                      <a:cubicBezTo>
                        <a:pt x="222" y="112"/>
                        <a:pt x="278" y="84"/>
                        <a:pt x="333" y="84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29"/>
                        <a:pt x="111" y="84"/>
                      </a:cubicBezTo>
                      <a:cubicBezTo>
                        <a:pt x="56" y="167"/>
                        <a:pt x="28" y="250"/>
                        <a:pt x="28" y="334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3"/>
                      </a:cubicBezTo>
                      <a:cubicBezTo>
                        <a:pt x="139" y="916"/>
                        <a:pt x="222" y="943"/>
                        <a:pt x="333" y="943"/>
                      </a:cubicBezTo>
                      <a:cubicBezTo>
                        <a:pt x="472" y="943"/>
                        <a:pt x="555" y="916"/>
                        <a:pt x="583" y="833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8"/>
                        <a:pt x="694" y="472"/>
                      </a:cubicBezTo>
                      <a:cubicBezTo>
                        <a:pt x="694" y="417"/>
                        <a:pt x="666" y="361"/>
                        <a:pt x="666" y="334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9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3" name="Google Shape;383;p18"/>
                <p:cNvSpPr/>
                <p:nvPr/>
              </p:nvSpPr>
              <p:spPr>
                <a:xfrm>
                  <a:off x="8301900" y="3755463"/>
                  <a:ext cx="17350" cy="23575"/>
                </a:xfrm>
                <a:custGeom>
                  <a:rect b="b" l="l" r="r" t="t"/>
                  <a:pathLst>
                    <a:path extrusionOk="0" h="943" w="694">
                      <a:moveTo>
                        <a:pt x="333" y="83"/>
                      </a:moveTo>
                      <a:cubicBezTo>
                        <a:pt x="416" y="83"/>
                        <a:pt x="472" y="111"/>
                        <a:pt x="500" y="166"/>
                      </a:cubicBezTo>
                      <a:cubicBezTo>
                        <a:pt x="527" y="222"/>
                        <a:pt x="555" y="277"/>
                        <a:pt x="555" y="361"/>
                      </a:cubicBezTo>
                      <a:cubicBezTo>
                        <a:pt x="555" y="388"/>
                        <a:pt x="555" y="416"/>
                        <a:pt x="555" y="471"/>
                      </a:cubicBezTo>
                      <a:cubicBezTo>
                        <a:pt x="555" y="499"/>
                        <a:pt x="555" y="555"/>
                        <a:pt x="555" y="582"/>
                      </a:cubicBezTo>
                      <a:cubicBezTo>
                        <a:pt x="555" y="638"/>
                        <a:pt x="527" y="721"/>
                        <a:pt x="500" y="749"/>
                      </a:cubicBezTo>
                      <a:cubicBezTo>
                        <a:pt x="472" y="804"/>
                        <a:pt x="416" y="832"/>
                        <a:pt x="333" y="832"/>
                      </a:cubicBezTo>
                      <a:cubicBezTo>
                        <a:pt x="278" y="832"/>
                        <a:pt x="222" y="804"/>
                        <a:pt x="195" y="749"/>
                      </a:cubicBezTo>
                      <a:cubicBezTo>
                        <a:pt x="167" y="721"/>
                        <a:pt x="139" y="638"/>
                        <a:pt x="139" y="582"/>
                      </a:cubicBezTo>
                      <a:lnTo>
                        <a:pt x="139" y="471"/>
                      </a:lnTo>
                      <a:lnTo>
                        <a:pt x="139" y="361"/>
                      </a:lnTo>
                      <a:cubicBezTo>
                        <a:pt x="139" y="277"/>
                        <a:pt x="167" y="222"/>
                        <a:pt x="195" y="166"/>
                      </a:cubicBezTo>
                      <a:cubicBezTo>
                        <a:pt x="222" y="111"/>
                        <a:pt x="278" y="83"/>
                        <a:pt x="333" y="83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28"/>
                        <a:pt x="111" y="83"/>
                      </a:cubicBezTo>
                      <a:cubicBezTo>
                        <a:pt x="56" y="166"/>
                        <a:pt x="28" y="250"/>
                        <a:pt x="28" y="333"/>
                      </a:cubicBezTo>
                      <a:lnTo>
                        <a:pt x="0" y="471"/>
                      </a:lnTo>
                      <a:lnTo>
                        <a:pt x="28" y="582"/>
                      </a:lnTo>
                      <a:cubicBezTo>
                        <a:pt x="28" y="693"/>
                        <a:pt x="56" y="776"/>
                        <a:pt x="111" y="832"/>
                      </a:cubicBezTo>
                      <a:cubicBezTo>
                        <a:pt x="139" y="915"/>
                        <a:pt x="222" y="943"/>
                        <a:pt x="333" y="943"/>
                      </a:cubicBezTo>
                      <a:cubicBezTo>
                        <a:pt x="472" y="943"/>
                        <a:pt x="555" y="915"/>
                        <a:pt x="583" y="832"/>
                      </a:cubicBezTo>
                      <a:cubicBezTo>
                        <a:pt x="638" y="776"/>
                        <a:pt x="666" y="693"/>
                        <a:pt x="666" y="582"/>
                      </a:cubicBezTo>
                      <a:cubicBezTo>
                        <a:pt x="666" y="555"/>
                        <a:pt x="694" y="527"/>
                        <a:pt x="694" y="471"/>
                      </a:cubicBezTo>
                      <a:cubicBezTo>
                        <a:pt x="694" y="416"/>
                        <a:pt x="666" y="361"/>
                        <a:pt x="666" y="333"/>
                      </a:cubicBezTo>
                      <a:cubicBezTo>
                        <a:pt x="666" y="250"/>
                        <a:pt x="638" y="166"/>
                        <a:pt x="583" y="83"/>
                      </a:cubicBezTo>
                      <a:cubicBezTo>
                        <a:pt x="555" y="28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4" name="Google Shape;384;p18"/>
                <p:cNvSpPr/>
                <p:nvPr/>
              </p:nvSpPr>
              <p:spPr>
                <a:xfrm>
                  <a:off x="8302600" y="4150013"/>
                  <a:ext cx="17350" cy="24275"/>
                </a:xfrm>
                <a:custGeom>
                  <a:rect b="b" l="l" r="r" t="t"/>
                  <a:pathLst>
                    <a:path extrusionOk="0" h="971" w="694">
                      <a:moveTo>
                        <a:pt x="333" y="111"/>
                      </a:moveTo>
                      <a:cubicBezTo>
                        <a:pt x="416" y="111"/>
                        <a:pt x="472" y="139"/>
                        <a:pt x="500" y="194"/>
                      </a:cubicBezTo>
                      <a:cubicBezTo>
                        <a:pt x="527" y="222"/>
                        <a:pt x="555" y="305"/>
                        <a:pt x="555" y="388"/>
                      </a:cubicBezTo>
                      <a:cubicBezTo>
                        <a:pt x="555" y="388"/>
                        <a:pt x="555" y="444"/>
                        <a:pt x="555" y="471"/>
                      </a:cubicBezTo>
                      <a:cubicBezTo>
                        <a:pt x="555" y="527"/>
                        <a:pt x="555" y="582"/>
                        <a:pt x="555" y="582"/>
                      </a:cubicBezTo>
                      <a:cubicBezTo>
                        <a:pt x="555" y="665"/>
                        <a:pt x="527" y="749"/>
                        <a:pt x="500" y="776"/>
                      </a:cubicBezTo>
                      <a:cubicBezTo>
                        <a:pt x="472" y="832"/>
                        <a:pt x="416" y="860"/>
                        <a:pt x="333" y="860"/>
                      </a:cubicBezTo>
                      <a:cubicBezTo>
                        <a:pt x="278" y="860"/>
                        <a:pt x="222" y="832"/>
                        <a:pt x="195" y="776"/>
                      </a:cubicBezTo>
                      <a:cubicBezTo>
                        <a:pt x="167" y="749"/>
                        <a:pt x="139" y="665"/>
                        <a:pt x="139" y="582"/>
                      </a:cubicBezTo>
                      <a:lnTo>
                        <a:pt x="139" y="471"/>
                      </a:lnTo>
                      <a:lnTo>
                        <a:pt x="139" y="388"/>
                      </a:lnTo>
                      <a:cubicBezTo>
                        <a:pt x="139" y="305"/>
                        <a:pt x="167" y="222"/>
                        <a:pt x="195" y="194"/>
                      </a:cubicBezTo>
                      <a:cubicBezTo>
                        <a:pt x="222" y="139"/>
                        <a:pt x="278" y="111"/>
                        <a:pt x="333" y="111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55"/>
                        <a:pt x="111" y="111"/>
                      </a:cubicBezTo>
                      <a:cubicBezTo>
                        <a:pt x="56" y="166"/>
                        <a:pt x="28" y="277"/>
                        <a:pt x="28" y="360"/>
                      </a:cubicBezTo>
                      <a:lnTo>
                        <a:pt x="0" y="499"/>
                      </a:lnTo>
                      <a:lnTo>
                        <a:pt x="28" y="610"/>
                      </a:lnTo>
                      <a:cubicBezTo>
                        <a:pt x="28" y="721"/>
                        <a:pt x="56" y="804"/>
                        <a:pt x="111" y="860"/>
                      </a:cubicBezTo>
                      <a:cubicBezTo>
                        <a:pt x="139" y="915"/>
                        <a:pt x="222" y="970"/>
                        <a:pt x="333" y="970"/>
                      </a:cubicBezTo>
                      <a:cubicBezTo>
                        <a:pt x="472" y="970"/>
                        <a:pt x="555" y="915"/>
                        <a:pt x="583" y="860"/>
                      </a:cubicBezTo>
                      <a:cubicBezTo>
                        <a:pt x="638" y="804"/>
                        <a:pt x="666" y="721"/>
                        <a:pt x="666" y="610"/>
                      </a:cubicBezTo>
                      <a:cubicBezTo>
                        <a:pt x="666" y="582"/>
                        <a:pt x="694" y="527"/>
                        <a:pt x="694" y="499"/>
                      </a:cubicBezTo>
                      <a:cubicBezTo>
                        <a:pt x="694" y="444"/>
                        <a:pt x="666" y="388"/>
                        <a:pt x="666" y="360"/>
                      </a:cubicBezTo>
                      <a:cubicBezTo>
                        <a:pt x="666" y="277"/>
                        <a:pt x="638" y="166"/>
                        <a:pt x="583" y="111"/>
                      </a:cubicBezTo>
                      <a:cubicBezTo>
                        <a:pt x="555" y="55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5" name="Google Shape;385;p18"/>
                <p:cNvSpPr/>
                <p:nvPr/>
              </p:nvSpPr>
              <p:spPr>
                <a:xfrm>
                  <a:off x="8301900" y="4545263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112"/>
                      </a:moveTo>
                      <a:cubicBezTo>
                        <a:pt x="416" y="112"/>
                        <a:pt x="472" y="139"/>
                        <a:pt x="500" y="195"/>
                      </a:cubicBezTo>
                      <a:cubicBezTo>
                        <a:pt x="527" y="222"/>
                        <a:pt x="555" y="306"/>
                        <a:pt x="555" y="361"/>
                      </a:cubicBezTo>
                      <a:cubicBezTo>
                        <a:pt x="555" y="389"/>
                        <a:pt x="555" y="444"/>
                        <a:pt x="555" y="472"/>
                      </a:cubicBezTo>
                      <a:cubicBezTo>
                        <a:pt x="555" y="527"/>
                        <a:pt x="555" y="555"/>
                        <a:pt x="555" y="583"/>
                      </a:cubicBezTo>
                      <a:cubicBezTo>
                        <a:pt x="555" y="666"/>
                        <a:pt x="527" y="749"/>
                        <a:pt x="500" y="777"/>
                      </a:cubicBezTo>
                      <a:cubicBezTo>
                        <a:pt x="472" y="832"/>
                        <a:pt x="416" y="860"/>
                        <a:pt x="333" y="860"/>
                      </a:cubicBezTo>
                      <a:cubicBezTo>
                        <a:pt x="278" y="860"/>
                        <a:pt x="222" y="832"/>
                        <a:pt x="195" y="777"/>
                      </a:cubicBezTo>
                      <a:cubicBezTo>
                        <a:pt x="167" y="749"/>
                        <a:pt x="139" y="666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306"/>
                        <a:pt x="167" y="222"/>
                        <a:pt x="195" y="195"/>
                      </a:cubicBezTo>
                      <a:cubicBezTo>
                        <a:pt x="222" y="139"/>
                        <a:pt x="278" y="112"/>
                        <a:pt x="333" y="112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56"/>
                        <a:pt x="111" y="112"/>
                      </a:cubicBezTo>
                      <a:cubicBezTo>
                        <a:pt x="56" y="167"/>
                        <a:pt x="28" y="250"/>
                        <a:pt x="28" y="361"/>
                      </a:cubicBezTo>
                      <a:lnTo>
                        <a:pt x="0" y="472"/>
                      </a:lnTo>
                      <a:lnTo>
                        <a:pt x="28" y="611"/>
                      </a:lnTo>
                      <a:cubicBezTo>
                        <a:pt x="28" y="694"/>
                        <a:pt x="56" y="805"/>
                        <a:pt x="111" y="860"/>
                      </a:cubicBezTo>
                      <a:cubicBezTo>
                        <a:pt x="139" y="916"/>
                        <a:pt x="222" y="943"/>
                        <a:pt x="333" y="943"/>
                      </a:cubicBezTo>
                      <a:cubicBezTo>
                        <a:pt x="472" y="943"/>
                        <a:pt x="555" y="916"/>
                        <a:pt x="583" y="860"/>
                      </a:cubicBezTo>
                      <a:cubicBezTo>
                        <a:pt x="638" y="805"/>
                        <a:pt x="666" y="694"/>
                        <a:pt x="666" y="611"/>
                      </a:cubicBezTo>
                      <a:cubicBezTo>
                        <a:pt x="666" y="583"/>
                        <a:pt x="694" y="527"/>
                        <a:pt x="694" y="472"/>
                      </a:cubicBezTo>
                      <a:cubicBezTo>
                        <a:pt x="694" y="444"/>
                        <a:pt x="666" y="389"/>
                        <a:pt x="666" y="361"/>
                      </a:cubicBezTo>
                      <a:cubicBezTo>
                        <a:pt x="666" y="250"/>
                        <a:pt x="638" y="167"/>
                        <a:pt x="583" y="112"/>
                      </a:cubicBezTo>
                      <a:cubicBezTo>
                        <a:pt x="555" y="56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6" name="Google Shape;386;p18"/>
                <p:cNvSpPr/>
                <p:nvPr/>
              </p:nvSpPr>
              <p:spPr>
                <a:xfrm>
                  <a:off x="8325813" y="2571738"/>
                  <a:ext cx="10425" cy="22900"/>
                </a:xfrm>
                <a:custGeom>
                  <a:rect b="b" l="l" r="r" t="t"/>
                  <a:pathLst>
                    <a:path extrusionOk="0" h="916" w="417">
                      <a:moveTo>
                        <a:pt x="333" y="1"/>
                      </a:moveTo>
                      <a:cubicBezTo>
                        <a:pt x="306" y="1"/>
                        <a:pt x="306" y="1"/>
                        <a:pt x="278" y="29"/>
                      </a:cubicBezTo>
                      <a:lnTo>
                        <a:pt x="1" y="250"/>
                      </a:lnTo>
                      <a:cubicBezTo>
                        <a:pt x="1" y="278"/>
                        <a:pt x="1" y="278"/>
                        <a:pt x="1" y="278"/>
                      </a:cubicBezTo>
                      <a:lnTo>
                        <a:pt x="28" y="306"/>
                      </a:lnTo>
                      <a:cubicBezTo>
                        <a:pt x="28" y="334"/>
                        <a:pt x="56" y="334"/>
                        <a:pt x="56" y="334"/>
                      </a:cubicBezTo>
                      <a:lnTo>
                        <a:pt x="84" y="334"/>
                      </a:lnTo>
                      <a:lnTo>
                        <a:pt x="306" y="167"/>
                      </a:lnTo>
                      <a:lnTo>
                        <a:pt x="306" y="888"/>
                      </a:lnTo>
                      <a:cubicBezTo>
                        <a:pt x="306" y="916"/>
                        <a:pt x="306" y="916"/>
                        <a:pt x="306" y="916"/>
                      </a:cubicBezTo>
                      <a:lnTo>
                        <a:pt x="416" y="916"/>
                      </a:lnTo>
                      <a:cubicBezTo>
                        <a:pt x="416" y="916"/>
                        <a:pt x="416" y="916"/>
                        <a:pt x="416" y="888"/>
                      </a:cubicBezTo>
                      <a:lnTo>
                        <a:pt x="416" y="29"/>
                      </a:lnTo>
                      <a:cubicBezTo>
                        <a:pt x="389" y="1"/>
                        <a:pt x="389" y="1"/>
                        <a:pt x="38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7" name="Google Shape;387;p18"/>
                <p:cNvSpPr/>
                <p:nvPr/>
              </p:nvSpPr>
              <p:spPr>
                <a:xfrm>
                  <a:off x="8323400" y="2966303"/>
                  <a:ext cx="15950" cy="22900"/>
                </a:xfrm>
                <a:custGeom>
                  <a:rect b="b" l="l" r="r" t="t"/>
                  <a:pathLst>
                    <a:path extrusionOk="0" h="916" w="638">
                      <a:moveTo>
                        <a:pt x="305" y="0"/>
                      </a:moveTo>
                      <a:cubicBezTo>
                        <a:pt x="250" y="0"/>
                        <a:pt x="194" y="0"/>
                        <a:pt x="139" y="28"/>
                      </a:cubicBezTo>
                      <a:cubicBezTo>
                        <a:pt x="111" y="56"/>
                        <a:pt x="83" y="84"/>
                        <a:pt x="56" y="139"/>
                      </a:cubicBezTo>
                      <a:cubicBezTo>
                        <a:pt x="28" y="167"/>
                        <a:pt x="0" y="222"/>
                        <a:pt x="0" y="278"/>
                      </a:cubicBezTo>
                      <a:lnTo>
                        <a:pt x="28" y="278"/>
                      </a:lnTo>
                      <a:cubicBezTo>
                        <a:pt x="28" y="305"/>
                        <a:pt x="28" y="305"/>
                        <a:pt x="28" y="305"/>
                      </a:cubicBezTo>
                      <a:lnTo>
                        <a:pt x="111" y="305"/>
                      </a:lnTo>
                      <a:cubicBezTo>
                        <a:pt x="111" y="305"/>
                        <a:pt x="111" y="305"/>
                        <a:pt x="111" y="278"/>
                      </a:cubicBezTo>
                      <a:lnTo>
                        <a:pt x="139" y="278"/>
                      </a:lnTo>
                      <a:cubicBezTo>
                        <a:pt x="139" y="222"/>
                        <a:pt x="167" y="167"/>
                        <a:pt x="194" y="139"/>
                      </a:cubicBezTo>
                      <a:cubicBezTo>
                        <a:pt x="222" y="111"/>
                        <a:pt x="250" y="84"/>
                        <a:pt x="305" y="84"/>
                      </a:cubicBezTo>
                      <a:cubicBezTo>
                        <a:pt x="361" y="84"/>
                        <a:pt x="416" y="111"/>
                        <a:pt x="444" y="139"/>
                      </a:cubicBezTo>
                      <a:cubicBezTo>
                        <a:pt x="472" y="167"/>
                        <a:pt x="472" y="222"/>
                        <a:pt x="472" y="250"/>
                      </a:cubicBezTo>
                      <a:cubicBezTo>
                        <a:pt x="472" y="305"/>
                        <a:pt x="472" y="333"/>
                        <a:pt x="444" y="361"/>
                      </a:cubicBezTo>
                      <a:cubicBezTo>
                        <a:pt x="416" y="416"/>
                        <a:pt x="388" y="444"/>
                        <a:pt x="305" y="500"/>
                      </a:cubicBezTo>
                      <a:lnTo>
                        <a:pt x="28" y="805"/>
                      </a:lnTo>
                      <a:cubicBezTo>
                        <a:pt x="0" y="805"/>
                        <a:pt x="0" y="832"/>
                        <a:pt x="0" y="860"/>
                      </a:cubicBezTo>
                      <a:lnTo>
                        <a:pt x="0" y="888"/>
                      </a:lnTo>
                      <a:cubicBezTo>
                        <a:pt x="0" y="888"/>
                        <a:pt x="0" y="915"/>
                        <a:pt x="0" y="915"/>
                      </a:cubicBezTo>
                      <a:lnTo>
                        <a:pt x="610" y="915"/>
                      </a:lnTo>
                      <a:cubicBezTo>
                        <a:pt x="638" y="915"/>
                        <a:pt x="638" y="888"/>
                        <a:pt x="638" y="888"/>
                      </a:cubicBezTo>
                      <a:lnTo>
                        <a:pt x="638" y="832"/>
                      </a:lnTo>
                      <a:lnTo>
                        <a:pt x="610" y="832"/>
                      </a:lnTo>
                      <a:cubicBezTo>
                        <a:pt x="610" y="805"/>
                        <a:pt x="610" y="805"/>
                        <a:pt x="610" y="805"/>
                      </a:cubicBezTo>
                      <a:lnTo>
                        <a:pt x="194" y="805"/>
                      </a:lnTo>
                      <a:lnTo>
                        <a:pt x="444" y="555"/>
                      </a:lnTo>
                      <a:cubicBezTo>
                        <a:pt x="499" y="500"/>
                        <a:pt x="555" y="444"/>
                        <a:pt x="582" y="416"/>
                      </a:cubicBezTo>
                      <a:cubicBezTo>
                        <a:pt x="610" y="361"/>
                        <a:pt x="610" y="305"/>
                        <a:pt x="610" y="250"/>
                      </a:cubicBezTo>
                      <a:cubicBezTo>
                        <a:pt x="610" y="195"/>
                        <a:pt x="582" y="111"/>
                        <a:pt x="527" y="56"/>
                      </a:cubicBezTo>
                      <a:cubicBezTo>
                        <a:pt x="499" y="0"/>
                        <a:pt x="416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8" name="Google Shape;388;p18"/>
                <p:cNvSpPr/>
                <p:nvPr/>
              </p:nvSpPr>
              <p:spPr>
                <a:xfrm>
                  <a:off x="8323050" y="3360868"/>
                  <a:ext cx="16650" cy="23600"/>
                </a:xfrm>
                <a:custGeom>
                  <a:rect b="b" l="l" r="r" t="t"/>
                  <a:pathLst>
                    <a:path extrusionOk="0" h="944" w="666">
                      <a:moveTo>
                        <a:pt x="28" y="1"/>
                      </a:moveTo>
                      <a:cubicBezTo>
                        <a:pt x="28" y="29"/>
                        <a:pt x="28" y="29"/>
                        <a:pt x="28" y="29"/>
                      </a:cubicBezTo>
                      <a:lnTo>
                        <a:pt x="28" y="84"/>
                      </a:lnTo>
                      <a:cubicBezTo>
                        <a:pt x="28" y="84"/>
                        <a:pt x="28" y="84"/>
                        <a:pt x="28" y="112"/>
                      </a:cubicBezTo>
                      <a:lnTo>
                        <a:pt x="444" y="112"/>
                      </a:lnTo>
                      <a:lnTo>
                        <a:pt x="194" y="389"/>
                      </a:lnTo>
                      <a:cubicBezTo>
                        <a:pt x="194" y="417"/>
                        <a:pt x="167" y="417"/>
                        <a:pt x="167" y="417"/>
                      </a:cubicBezTo>
                      <a:lnTo>
                        <a:pt x="167" y="472"/>
                      </a:lnTo>
                      <a:lnTo>
                        <a:pt x="194" y="472"/>
                      </a:lnTo>
                      <a:cubicBezTo>
                        <a:pt x="194" y="500"/>
                        <a:pt x="194" y="500"/>
                        <a:pt x="194" y="500"/>
                      </a:cubicBezTo>
                      <a:lnTo>
                        <a:pt x="333" y="500"/>
                      </a:lnTo>
                      <a:cubicBezTo>
                        <a:pt x="472" y="500"/>
                        <a:pt x="527" y="555"/>
                        <a:pt x="527" y="666"/>
                      </a:cubicBezTo>
                      <a:cubicBezTo>
                        <a:pt x="527" y="722"/>
                        <a:pt x="499" y="749"/>
                        <a:pt x="472" y="777"/>
                      </a:cubicBezTo>
                      <a:cubicBezTo>
                        <a:pt x="444" y="805"/>
                        <a:pt x="388" y="833"/>
                        <a:pt x="333" y="833"/>
                      </a:cubicBezTo>
                      <a:cubicBezTo>
                        <a:pt x="278" y="833"/>
                        <a:pt x="222" y="833"/>
                        <a:pt x="194" y="805"/>
                      </a:cubicBezTo>
                      <a:cubicBezTo>
                        <a:pt x="139" y="777"/>
                        <a:pt x="111" y="749"/>
                        <a:pt x="111" y="694"/>
                      </a:cubicBezTo>
                      <a:cubicBezTo>
                        <a:pt x="83" y="666"/>
                        <a:pt x="83" y="666"/>
                        <a:pt x="83" y="666"/>
                      </a:cubicBezTo>
                      <a:lnTo>
                        <a:pt x="28" y="666"/>
                      </a:lnTo>
                      <a:cubicBezTo>
                        <a:pt x="0" y="666"/>
                        <a:pt x="0" y="666"/>
                        <a:pt x="0" y="694"/>
                      </a:cubicBezTo>
                      <a:cubicBezTo>
                        <a:pt x="0" y="749"/>
                        <a:pt x="0" y="777"/>
                        <a:pt x="28" y="805"/>
                      </a:cubicBezTo>
                      <a:cubicBezTo>
                        <a:pt x="56" y="860"/>
                        <a:pt x="83" y="888"/>
                        <a:pt x="139" y="916"/>
                      </a:cubicBezTo>
                      <a:cubicBezTo>
                        <a:pt x="194" y="916"/>
                        <a:pt x="250" y="943"/>
                        <a:pt x="333" y="943"/>
                      </a:cubicBezTo>
                      <a:cubicBezTo>
                        <a:pt x="388" y="943"/>
                        <a:pt x="444" y="916"/>
                        <a:pt x="499" y="916"/>
                      </a:cubicBezTo>
                      <a:cubicBezTo>
                        <a:pt x="555" y="888"/>
                        <a:pt x="582" y="860"/>
                        <a:pt x="610" y="805"/>
                      </a:cubicBezTo>
                      <a:cubicBezTo>
                        <a:pt x="638" y="777"/>
                        <a:pt x="666" y="722"/>
                        <a:pt x="666" y="666"/>
                      </a:cubicBezTo>
                      <a:cubicBezTo>
                        <a:pt x="666" y="583"/>
                        <a:pt x="638" y="500"/>
                        <a:pt x="582" y="472"/>
                      </a:cubicBezTo>
                      <a:cubicBezTo>
                        <a:pt x="527" y="417"/>
                        <a:pt x="444" y="389"/>
                        <a:pt x="361" y="389"/>
                      </a:cubicBezTo>
                      <a:lnTo>
                        <a:pt x="333" y="389"/>
                      </a:lnTo>
                      <a:lnTo>
                        <a:pt x="610" y="112"/>
                      </a:lnTo>
                      <a:cubicBezTo>
                        <a:pt x="610" y="84"/>
                        <a:pt x="610" y="84"/>
                        <a:pt x="610" y="84"/>
                      </a:cubicBezTo>
                      <a:lnTo>
                        <a:pt x="610" y="29"/>
                      </a:lnTo>
                      <a:cubicBezTo>
                        <a:pt x="610" y="29"/>
                        <a:pt x="610" y="29"/>
                        <a:pt x="61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89" name="Google Shape;389;p18"/>
                <p:cNvSpPr/>
                <p:nvPr/>
              </p:nvSpPr>
              <p:spPr>
                <a:xfrm>
                  <a:off x="8322000" y="3756132"/>
                  <a:ext cx="18050" cy="22900"/>
                </a:xfrm>
                <a:custGeom>
                  <a:rect b="b" l="l" r="r" t="t"/>
                  <a:pathLst>
                    <a:path extrusionOk="0" h="916" w="722">
                      <a:moveTo>
                        <a:pt x="444" y="139"/>
                      </a:moveTo>
                      <a:lnTo>
                        <a:pt x="444" y="582"/>
                      </a:lnTo>
                      <a:lnTo>
                        <a:pt x="139" y="582"/>
                      </a:lnTo>
                      <a:lnTo>
                        <a:pt x="444" y="139"/>
                      </a:lnTo>
                      <a:close/>
                      <a:moveTo>
                        <a:pt x="416" y="0"/>
                      </a:moveTo>
                      <a:cubicBezTo>
                        <a:pt x="416" y="0"/>
                        <a:pt x="416" y="28"/>
                        <a:pt x="416" y="28"/>
                      </a:cubicBezTo>
                      <a:lnTo>
                        <a:pt x="1" y="582"/>
                      </a:lnTo>
                      <a:cubicBezTo>
                        <a:pt x="1" y="582"/>
                        <a:pt x="1" y="610"/>
                        <a:pt x="1" y="610"/>
                      </a:cubicBezTo>
                      <a:lnTo>
                        <a:pt x="1" y="666"/>
                      </a:lnTo>
                      <a:cubicBezTo>
                        <a:pt x="1" y="666"/>
                        <a:pt x="1" y="693"/>
                        <a:pt x="1" y="693"/>
                      </a:cubicBezTo>
                      <a:lnTo>
                        <a:pt x="444" y="693"/>
                      </a:lnTo>
                      <a:lnTo>
                        <a:pt x="444" y="887"/>
                      </a:lnTo>
                      <a:cubicBezTo>
                        <a:pt x="444" y="887"/>
                        <a:pt x="472" y="915"/>
                        <a:pt x="472" y="915"/>
                      </a:cubicBezTo>
                      <a:lnTo>
                        <a:pt x="555" y="915"/>
                      </a:lnTo>
                      <a:cubicBezTo>
                        <a:pt x="583" y="915"/>
                        <a:pt x="583" y="887"/>
                        <a:pt x="583" y="887"/>
                      </a:cubicBezTo>
                      <a:lnTo>
                        <a:pt x="583" y="693"/>
                      </a:lnTo>
                      <a:lnTo>
                        <a:pt x="721" y="693"/>
                      </a:lnTo>
                      <a:cubicBezTo>
                        <a:pt x="721" y="693"/>
                        <a:pt x="721" y="666"/>
                        <a:pt x="721" y="666"/>
                      </a:cubicBezTo>
                      <a:lnTo>
                        <a:pt x="721" y="610"/>
                      </a:lnTo>
                      <a:cubicBezTo>
                        <a:pt x="721" y="582"/>
                        <a:pt x="694" y="582"/>
                        <a:pt x="694" y="582"/>
                      </a:cubicBezTo>
                      <a:lnTo>
                        <a:pt x="583" y="582"/>
                      </a:lnTo>
                      <a:lnTo>
                        <a:pt x="583" y="28"/>
                      </a:lnTo>
                      <a:cubicBezTo>
                        <a:pt x="583" y="28"/>
                        <a:pt x="583" y="28"/>
                        <a:pt x="5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0" name="Google Shape;390;p18"/>
                <p:cNvSpPr/>
                <p:nvPr/>
              </p:nvSpPr>
              <p:spPr>
                <a:xfrm>
                  <a:off x="8323400" y="4150698"/>
                  <a:ext cx="15950" cy="23600"/>
                </a:xfrm>
                <a:custGeom>
                  <a:rect b="b" l="l" r="r" t="t"/>
                  <a:pathLst>
                    <a:path extrusionOk="0" h="944" w="638">
                      <a:moveTo>
                        <a:pt x="111" y="1"/>
                      </a:moveTo>
                      <a:cubicBezTo>
                        <a:pt x="83" y="1"/>
                        <a:pt x="83" y="1"/>
                        <a:pt x="83" y="28"/>
                      </a:cubicBezTo>
                      <a:lnTo>
                        <a:pt x="28" y="472"/>
                      </a:lnTo>
                      <a:cubicBezTo>
                        <a:pt x="28" y="472"/>
                        <a:pt x="28" y="472"/>
                        <a:pt x="28" y="500"/>
                      </a:cubicBezTo>
                      <a:lnTo>
                        <a:pt x="139" y="500"/>
                      </a:lnTo>
                      <a:cubicBezTo>
                        <a:pt x="167" y="500"/>
                        <a:pt x="167" y="472"/>
                        <a:pt x="167" y="472"/>
                      </a:cubicBezTo>
                      <a:cubicBezTo>
                        <a:pt x="194" y="472"/>
                        <a:pt x="222" y="444"/>
                        <a:pt x="250" y="444"/>
                      </a:cubicBezTo>
                      <a:cubicBezTo>
                        <a:pt x="250" y="444"/>
                        <a:pt x="278" y="417"/>
                        <a:pt x="305" y="417"/>
                      </a:cubicBezTo>
                      <a:cubicBezTo>
                        <a:pt x="361" y="417"/>
                        <a:pt x="416" y="444"/>
                        <a:pt x="472" y="472"/>
                      </a:cubicBezTo>
                      <a:cubicBezTo>
                        <a:pt x="499" y="528"/>
                        <a:pt x="527" y="555"/>
                        <a:pt x="527" y="611"/>
                      </a:cubicBezTo>
                      <a:cubicBezTo>
                        <a:pt x="527" y="694"/>
                        <a:pt x="499" y="722"/>
                        <a:pt x="472" y="777"/>
                      </a:cubicBezTo>
                      <a:cubicBezTo>
                        <a:pt x="416" y="805"/>
                        <a:pt x="361" y="833"/>
                        <a:pt x="305" y="833"/>
                      </a:cubicBezTo>
                      <a:cubicBezTo>
                        <a:pt x="278" y="833"/>
                        <a:pt x="222" y="805"/>
                        <a:pt x="194" y="777"/>
                      </a:cubicBezTo>
                      <a:cubicBezTo>
                        <a:pt x="167" y="777"/>
                        <a:pt x="139" y="722"/>
                        <a:pt x="111" y="694"/>
                      </a:cubicBezTo>
                      <a:cubicBezTo>
                        <a:pt x="111" y="666"/>
                        <a:pt x="111" y="666"/>
                        <a:pt x="83" y="666"/>
                      </a:cubicBezTo>
                      <a:lnTo>
                        <a:pt x="0" y="666"/>
                      </a:lnTo>
                      <a:lnTo>
                        <a:pt x="0" y="694"/>
                      </a:lnTo>
                      <a:cubicBezTo>
                        <a:pt x="0" y="722"/>
                        <a:pt x="0" y="777"/>
                        <a:pt x="28" y="805"/>
                      </a:cubicBezTo>
                      <a:cubicBezTo>
                        <a:pt x="56" y="833"/>
                        <a:pt x="83" y="860"/>
                        <a:pt x="139" y="888"/>
                      </a:cubicBezTo>
                      <a:cubicBezTo>
                        <a:pt x="194" y="916"/>
                        <a:pt x="250" y="943"/>
                        <a:pt x="305" y="943"/>
                      </a:cubicBezTo>
                      <a:cubicBezTo>
                        <a:pt x="388" y="943"/>
                        <a:pt x="444" y="916"/>
                        <a:pt x="472" y="888"/>
                      </a:cubicBezTo>
                      <a:cubicBezTo>
                        <a:pt x="527" y="860"/>
                        <a:pt x="582" y="833"/>
                        <a:pt x="610" y="777"/>
                      </a:cubicBezTo>
                      <a:cubicBezTo>
                        <a:pt x="638" y="749"/>
                        <a:pt x="638" y="694"/>
                        <a:pt x="638" y="611"/>
                      </a:cubicBezTo>
                      <a:cubicBezTo>
                        <a:pt x="638" y="555"/>
                        <a:pt x="638" y="500"/>
                        <a:pt x="610" y="472"/>
                      </a:cubicBezTo>
                      <a:cubicBezTo>
                        <a:pt x="582" y="417"/>
                        <a:pt x="527" y="389"/>
                        <a:pt x="499" y="361"/>
                      </a:cubicBezTo>
                      <a:cubicBezTo>
                        <a:pt x="444" y="333"/>
                        <a:pt x="388" y="333"/>
                        <a:pt x="333" y="333"/>
                      </a:cubicBezTo>
                      <a:cubicBezTo>
                        <a:pt x="250" y="333"/>
                        <a:pt x="194" y="333"/>
                        <a:pt x="167" y="361"/>
                      </a:cubicBezTo>
                      <a:lnTo>
                        <a:pt x="194" y="112"/>
                      </a:lnTo>
                      <a:lnTo>
                        <a:pt x="582" y="112"/>
                      </a:lnTo>
                      <a:cubicBezTo>
                        <a:pt x="582" y="84"/>
                        <a:pt x="582" y="84"/>
                        <a:pt x="582" y="84"/>
                      </a:cubicBezTo>
                      <a:lnTo>
                        <a:pt x="582" y="28"/>
                      </a:lnTo>
                      <a:cubicBezTo>
                        <a:pt x="582" y="28"/>
                        <a:pt x="582" y="1"/>
                        <a:pt x="58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1" name="Google Shape;391;p18"/>
                <p:cNvSpPr/>
                <p:nvPr/>
              </p:nvSpPr>
              <p:spPr>
                <a:xfrm>
                  <a:off x="8322700" y="4545963"/>
                  <a:ext cx="16650" cy="22900"/>
                </a:xfrm>
                <a:custGeom>
                  <a:rect b="b" l="l" r="r" t="t"/>
                  <a:pathLst>
                    <a:path extrusionOk="0" h="916" w="666">
                      <a:moveTo>
                        <a:pt x="333" y="416"/>
                      </a:moveTo>
                      <a:cubicBezTo>
                        <a:pt x="361" y="416"/>
                        <a:pt x="416" y="416"/>
                        <a:pt x="444" y="444"/>
                      </a:cubicBezTo>
                      <a:cubicBezTo>
                        <a:pt x="472" y="444"/>
                        <a:pt x="499" y="472"/>
                        <a:pt x="527" y="499"/>
                      </a:cubicBezTo>
                      <a:cubicBezTo>
                        <a:pt x="527" y="527"/>
                        <a:pt x="555" y="583"/>
                        <a:pt x="555" y="610"/>
                      </a:cubicBezTo>
                      <a:cubicBezTo>
                        <a:pt x="555" y="666"/>
                        <a:pt x="527" y="694"/>
                        <a:pt x="527" y="721"/>
                      </a:cubicBezTo>
                      <a:cubicBezTo>
                        <a:pt x="499" y="749"/>
                        <a:pt x="472" y="777"/>
                        <a:pt x="444" y="804"/>
                      </a:cubicBezTo>
                      <a:cubicBezTo>
                        <a:pt x="416" y="804"/>
                        <a:pt x="361" y="832"/>
                        <a:pt x="333" y="832"/>
                      </a:cubicBezTo>
                      <a:cubicBezTo>
                        <a:pt x="305" y="832"/>
                        <a:pt x="250" y="804"/>
                        <a:pt x="222" y="804"/>
                      </a:cubicBezTo>
                      <a:cubicBezTo>
                        <a:pt x="194" y="777"/>
                        <a:pt x="167" y="749"/>
                        <a:pt x="139" y="721"/>
                      </a:cubicBezTo>
                      <a:cubicBezTo>
                        <a:pt x="139" y="694"/>
                        <a:pt x="111" y="666"/>
                        <a:pt x="111" y="610"/>
                      </a:cubicBezTo>
                      <a:cubicBezTo>
                        <a:pt x="111" y="583"/>
                        <a:pt x="139" y="527"/>
                        <a:pt x="139" y="499"/>
                      </a:cubicBezTo>
                      <a:cubicBezTo>
                        <a:pt x="167" y="472"/>
                        <a:pt x="194" y="444"/>
                        <a:pt x="222" y="444"/>
                      </a:cubicBezTo>
                      <a:cubicBezTo>
                        <a:pt x="250" y="416"/>
                        <a:pt x="305" y="416"/>
                        <a:pt x="333" y="416"/>
                      </a:cubicBezTo>
                      <a:close/>
                      <a:moveTo>
                        <a:pt x="333" y="0"/>
                      </a:moveTo>
                      <a:cubicBezTo>
                        <a:pt x="333" y="28"/>
                        <a:pt x="333" y="28"/>
                        <a:pt x="333" y="28"/>
                      </a:cubicBezTo>
                      <a:lnTo>
                        <a:pt x="83" y="361"/>
                      </a:lnTo>
                      <a:cubicBezTo>
                        <a:pt x="28" y="444"/>
                        <a:pt x="0" y="527"/>
                        <a:pt x="0" y="610"/>
                      </a:cubicBezTo>
                      <a:cubicBezTo>
                        <a:pt x="0" y="666"/>
                        <a:pt x="0" y="721"/>
                        <a:pt x="28" y="777"/>
                      </a:cubicBezTo>
                      <a:cubicBezTo>
                        <a:pt x="56" y="832"/>
                        <a:pt x="111" y="860"/>
                        <a:pt x="139" y="888"/>
                      </a:cubicBezTo>
                      <a:cubicBezTo>
                        <a:pt x="194" y="915"/>
                        <a:pt x="278" y="915"/>
                        <a:pt x="333" y="915"/>
                      </a:cubicBezTo>
                      <a:cubicBezTo>
                        <a:pt x="416" y="915"/>
                        <a:pt x="472" y="915"/>
                        <a:pt x="527" y="888"/>
                      </a:cubicBezTo>
                      <a:cubicBezTo>
                        <a:pt x="555" y="860"/>
                        <a:pt x="610" y="804"/>
                        <a:pt x="638" y="777"/>
                      </a:cubicBezTo>
                      <a:cubicBezTo>
                        <a:pt x="666" y="721"/>
                        <a:pt x="666" y="666"/>
                        <a:pt x="666" y="610"/>
                      </a:cubicBezTo>
                      <a:cubicBezTo>
                        <a:pt x="666" y="555"/>
                        <a:pt x="666" y="499"/>
                        <a:pt x="638" y="472"/>
                      </a:cubicBezTo>
                      <a:cubicBezTo>
                        <a:pt x="610" y="416"/>
                        <a:pt x="555" y="361"/>
                        <a:pt x="527" y="333"/>
                      </a:cubicBezTo>
                      <a:cubicBezTo>
                        <a:pt x="472" y="305"/>
                        <a:pt x="416" y="305"/>
                        <a:pt x="361" y="305"/>
                      </a:cubicBezTo>
                      <a:lnTo>
                        <a:pt x="278" y="305"/>
                      </a:lnTo>
                      <a:lnTo>
                        <a:pt x="472" y="28"/>
                      </a:lnTo>
                      <a:cubicBezTo>
                        <a:pt x="472" y="28"/>
                        <a:pt x="472" y="0"/>
                        <a:pt x="47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392" name="Google Shape;392;p18"/>
              <p:cNvGrpSpPr/>
              <p:nvPr/>
            </p:nvGrpSpPr>
            <p:grpSpPr>
              <a:xfrm>
                <a:off x="5614975" y="4609225"/>
                <a:ext cx="2597125" cy="40925"/>
                <a:chOff x="5614975" y="4609225"/>
                <a:chExt cx="2597125" cy="40925"/>
              </a:xfrm>
            </p:grpSpPr>
            <p:sp>
              <p:nvSpPr>
                <p:cNvPr id="393" name="Google Shape;393;p18"/>
                <p:cNvSpPr/>
                <p:nvPr/>
              </p:nvSpPr>
              <p:spPr>
                <a:xfrm>
                  <a:off x="5614975" y="4632100"/>
                  <a:ext cx="24974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1" y="139"/>
                        <a:pt x="777" y="167"/>
                        <a:pt x="832" y="194"/>
                      </a:cubicBezTo>
                      <a:cubicBezTo>
                        <a:pt x="888" y="222"/>
                        <a:pt x="915" y="277"/>
                        <a:pt x="915" y="361"/>
                      </a:cubicBezTo>
                      <a:cubicBezTo>
                        <a:pt x="915" y="416"/>
                        <a:pt x="888" y="472"/>
                        <a:pt x="832" y="527"/>
                      </a:cubicBezTo>
                      <a:cubicBezTo>
                        <a:pt x="777" y="555"/>
                        <a:pt x="721" y="582"/>
                        <a:pt x="638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50" y="555"/>
                        <a:pt x="195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95" y="194"/>
                      </a:cubicBezTo>
                      <a:cubicBezTo>
                        <a:pt x="250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95" y="28"/>
                        <a:pt x="111" y="83"/>
                      </a:cubicBezTo>
                      <a:cubicBezTo>
                        <a:pt x="28" y="139"/>
                        <a:pt x="1" y="222"/>
                        <a:pt x="1" y="361"/>
                      </a:cubicBezTo>
                      <a:cubicBezTo>
                        <a:pt x="1" y="472"/>
                        <a:pt x="28" y="555"/>
                        <a:pt x="111" y="610"/>
                      </a:cubicBezTo>
                      <a:cubicBezTo>
                        <a:pt x="195" y="666"/>
                        <a:pt x="278" y="721"/>
                        <a:pt x="389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32" y="666"/>
                        <a:pt x="915" y="610"/>
                      </a:cubicBezTo>
                      <a:cubicBezTo>
                        <a:pt x="999" y="555"/>
                        <a:pt x="1026" y="472"/>
                        <a:pt x="1026" y="361"/>
                      </a:cubicBezTo>
                      <a:cubicBezTo>
                        <a:pt x="1026" y="222"/>
                        <a:pt x="999" y="139"/>
                        <a:pt x="915" y="83"/>
                      </a:cubicBezTo>
                      <a:cubicBezTo>
                        <a:pt x="832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4" name="Google Shape;394;p18"/>
                <p:cNvSpPr/>
                <p:nvPr/>
              </p:nvSpPr>
              <p:spPr>
                <a:xfrm>
                  <a:off x="5615656" y="4617525"/>
                  <a:ext cx="23612" cy="11125"/>
                </a:xfrm>
                <a:custGeom>
                  <a:rect b="b" l="l" r="r" t="t"/>
                  <a:pathLst>
                    <a:path extrusionOk="0" h="445" w="971">
                      <a:moveTo>
                        <a:pt x="0" y="1"/>
                      </a:moveTo>
                      <a:cubicBezTo>
                        <a:pt x="0" y="1"/>
                        <a:pt x="0" y="29"/>
                        <a:pt x="0" y="29"/>
                      </a:cubicBezTo>
                      <a:lnTo>
                        <a:pt x="0" y="84"/>
                      </a:lnTo>
                      <a:cubicBezTo>
                        <a:pt x="0" y="112"/>
                        <a:pt x="0" y="112"/>
                        <a:pt x="0" y="140"/>
                      </a:cubicBezTo>
                      <a:lnTo>
                        <a:pt x="250" y="445"/>
                      </a:lnTo>
                      <a:lnTo>
                        <a:pt x="278" y="445"/>
                      </a:lnTo>
                      <a:lnTo>
                        <a:pt x="333" y="417"/>
                      </a:lnTo>
                      <a:cubicBezTo>
                        <a:pt x="333" y="417"/>
                        <a:pt x="333" y="389"/>
                        <a:pt x="333" y="389"/>
                      </a:cubicBezTo>
                      <a:cubicBezTo>
                        <a:pt x="333" y="389"/>
                        <a:pt x="333" y="361"/>
                        <a:pt x="333" y="361"/>
                      </a:cubicBezTo>
                      <a:lnTo>
                        <a:pt x="139" y="140"/>
                      </a:lnTo>
                      <a:lnTo>
                        <a:pt x="943" y="140"/>
                      </a:lnTo>
                      <a:cubicBezTo>
                        <a:pt x="971" y="140"/>
                        <a:pt x="971" y="140"/>
                        <a:pt x="971" y="112"/>
                      </a:cubicBezTo>
                      <a:lnTo>
                        <a:pt x="971" y="29"/>
                      </a:lnTo>
                      <a:cubicBezTo>
                        <a:pt x="971" y="29"/>
                        <a:pt x="971" y="1"/>
                        <a:pt x="9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5" name="Google Shape;395;p18"/>
                <p:cNvSpPr/>
                <p:nvPr/>
              </p:nvSpPr>
              <p:spPr>
                <a:xfrm>
                  <a:off x="6128984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2" y="139"/>
                        <a:pt x="805" y="167"/>
                        <a:pt x="833" y="194"/>
                      </a:cubicBezTo>
                      <a:cubicBezTo>
                        <a:pt x="888" y="222"/>
                        <a:pt x="916" y="277"/>
                        <a:pt x="916" y="361"/>
                      </a:cubicBezTo>
                      <a:cubicBezTo>
                        <a:pt x="916" y="416"/>
                        <a:pt x="888" y="472"/>
                        <a:pt x="833" y="527"/>
                      </a:cubicBezTo>
                      <a:cubicBezTo>
                        <a:pt x="805" y="555"/>
                        <a:pt x="722" y="582"/>
                        <a:pt x="638" y="582"/>
                      </a:cubicBezTo>
                      <a:lnTo>
                        <a:pt x="417" y="582"/>
                      </a:lnTo>
                      <a:cubicBezTo>
                        <a:pt x="306" y="582"/>
                        <a:pt x="250" y="555"/>
                        <a:pt x="195" y="527"/>
                      </a:cubicBezTo>
                      <a:cubicBezTo>
                        <a:pt x="139" y="472"/>
                        <a:pt x="139" y="416"/>
                        <a:pt x="139" y="361"/>
                      </a:cubicBezTo>
                      <a:cubicBezTo>
                        <a:pt x="139" y="277"/>
                        <a:pt x="139" y="222"/>
                        <a:pt x="195" y="194"/>
                      </a:cubicBezTo>
                      <a:cubicBezTo>
                        <a:pt x="250" y="167"/>
                        <a:pt x="306" y="139"/>
                        <a:pt x="417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95" y="28"/>
                        <a:pt x="112" y="83"/>
                      </a:cubicBezTo>
                      <a:cubicBezTo>
                        <a:pt x="56" y="139"/>
                        <a:pt x="1" y="222"/>
                        <a:pt x="1" y="361"/>
                      </a:cubicBezTo>
                      <a:cubicBezTo>
                        <a:pt x="1" y="472"/>
                        <a:pt x="56" y="555"/>
                        <a:pt x="112" y="610"/>
                      </a:cubicBezTo>
                      <a:cubicBezTo>
                        <a:pt x="195" y="666"/>
                        <a:pt x="278" y="721"/>
                        <a:pt x="389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60" y="666"/>
                        <a:pt x="916" y="610"/>
                      </a:cubicBezTo>
                      <a:cubicBezTo>
                        <a:pt x="999" y="555"/>
                        <a:pt x="1027" y="472"/>
                        <a:pt x="1027" y="361"/>
                      </a:cubicBezTo>
                      <a:cubicBezTo>
                        <a:pt x="1027" y="222"/>
                        <a:pt x="999" y="139"/>
                        <a:pt x="916" y="83"/>
                      </a:cubicBezTo>
                      <a:cubicBezTo>
                        <a:pt x="860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6" name="Google Shape;396;p18"/>
                <p:cNvSpPr/>
                <p:nvPr/>
              </p:nvSpPr>
              <p:spPr>
                <a:xfrm>
                  <a:off x="6128575" y="4611300"/>
                  <a:ext cx="25675" cy="17350"/>
                </a:xfrm>
                <a:custGeom>
                  <a:rect b="b" l="l" r="r" t="t"/>
                  <a:pathLst>
                    <a:path extrusionOk="0" h="694" w="1027">
                      <a:moveTo>
                        <a:pt x="943" y="1"/>
                      </a:moveTo>
                      <a:cubicBezTo>
                        <a:pt x="916" y="1"/>
                        <a:pt x="916" y="28"/>
                        <a:pt x="916" y="28"/>
                      </a:cubicBezTo>
                      <a:cubicBezTo>
                        <a:pt x="888" y="28"/>
                        <a:pt x="888" y="28"/>
                        <a:pt x="888" y="56"/>
                      </a:cubicBezTo>
                      <a:lnTo>
                        <a:pt x="888" y="500"/>
                      </a:lnTo>
                      <a:lnTo>
                        <a:pt x="611" y="222"/>
                      </a:lnTo>
                      <a:cubicBezTo>
                        <a:pt x="555" y="139"/>
                        <a:pt x="500" y="112"/>
                        <a:pt x="472" y="84"/>
                      </a:cubicBezTo>
                      <a:cubicBezTo>
                        <a:pt x="417" y="56"/>
                        <a:pt x="361" y="28"/>
                        <a:pt x="306" y="28"/>
                      </a:cubicBezTo>
                      <a:cubicBezTo>
                        <a:pt x="223" y="28"/>
                        <a:pt x="139" y="56"/>
                        <a:pt x="84" y="112"/>
                      </a:cubicBezTo>
                      <a:cubicBezTo>
                        <a:pt x="29" y="167"/>
                        <a:pt x="1" y="250"/>
                        <a:pt x="1" y="361"/>
                      </a:cubicBezTo>
                      <a:cubicBezTo>
                        <a:pt x="1" y="417"/>
                        <a:pt x="29" y="472"/>
                        <a:pt x="56" y="527"/>
                      </a:cubicBezTo>
                      <a:cubicBezTo>
                        <a:pt x="84" y="583"/>
                        <a:pt x="112" y="611"/>
                        <a:pt x="167" y="638"/>
                      </a:cubicBezTo>
                      <a:cubicBezTo>
                        <a:pt x="223" y="666"/>
                        <a:pt x="278" y="666"/>
                        <a:pt x="306" y="694"/>
                      </a:cubicBezTo>
                      <a:cubicBezTo>
                        <a:pt x="333" y="694"/>
                        <a:pt x="333" y="666"/>
                        <a:pt x="333" y="666"/>
                      </a:cubicBezTo>
                      <a:cubicBezTo>
                        <a:pt x="333" y="666"/>
                        <a:pt x="333" y="666"/>
                        <a:pt x="333" y="638"/>
                      </a:cubicBezTo>
                      <a:lnTo>
                        <a:pt x="333" y="583"/>
                      </a:lnTo>
                      <a:cubicBezTo>
                        <a:pt x="333" y="583"/>
                        <a:pt x="333" y="555"/>
                        <a:pt x="333" y="555"/>
                      </a:cubicBezTo>
                      <a:lnTo>
                        <a:pt x="306" y="555"/>
                      </a:lnTo>
                      <a:cubicBezTo>
                        <a:pt x="250" y="527"/>
                        <a:pt x="223" y="527"/>
                        <a:pt x="167" y="472"/>
                      </a:cubicBezTo>
                      <a:cubicBezTo>
                        <a:pt x="139" y="444"/>
                        <a:pt x="139" y="417"/>
                        <a:pt x="139" y="361"/>
                      </a:cubicBezTo>
                      <a:cubicBezTo>
                        <a:pt x="139" y="306"/>
                        <a:pt x="139" y="250"/>
                        <a:pt x="167" y="222"/>
                      </a:cubicBezTo>
                      <a:cubicBezTo>
                        <a:pt x="195" y="195"/>
                        <a:pt x="250" y="167"/>
                        <a:pt x="306" y="167"/>
                      </a:cubicBezTo>
                      <a:cubicBezTo>
                        <a:pt x="361" y="167"/>
                        <a:pt x="389" y="195"/>
                        <a:pt x="417" y="195"/>
                      </a:cubicBezTo>
                      <a:cubicBezTo>
                        <a:pt x="472" y="222"/>
                        <a:pt x="500" y="278"/>
                        <a:pt x="583" y="361"/>
                      </a:cubicBezTo>
                      <a:lnTo>
                        <a:pt x="888" y="666"/>
                      </a:lnTo>
                      <a:cubicBezTo>
                        <a:pt x="888" y="694"/>
                        <a:pt x="916" y="694"/>
                        <a:pt x="943" y="694"/>
                      </a:cubicBezTo>
                      <a:lnTo>
                        <a:pt x="999" y="694"/>
                      </a:lnTo>
                      <a:cubicBezTo>
                        <a:pt x="1027" y="694"/>
                        <a:pt x="1027" y="666"/>
                        <a:pt x="1027" y="666"/>
                      </a:cubicBezTo>
                      <a:lnTo>
                        <a:pt x="1027" y="56"/>
                      </a:lnTo>
                      <a:cubicBezTo>
                        <a:pt x="1027" y="28"/>
                        <a:pt x="1027" y="28"/>
                        <a:pt x="999" y="28"/>
                      </a:cubicBezTo>
                      <a:cubicBezTo>
                        <a:pt x="999" y="28"/>
                        <a:pt x="999" y="1"/>
                        <a:pt x="9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7" name="Google Shape;397;p18"/>
                <p:cNvSpPr/>
                <p:nvPr/>
              </p:nvSpPr>
              <p:spPr>
                <a:xfrm>
                  <a:off x="6643694" y="4632100"/>
                  <a:ext cx="24975" cy="18050"/>
                </a:xfrm>
                <a:custGeom>
                  <a:rect b="b" l="l" r="r" t="t"/>
                  <a:pathLst>
                    <a:path extrusionOk="0" h="722" w="999">
                      <a:moveTo>
                        <a:pt x="610" y="139"/>
                      </a:moveTo>
                      <a:cubicBezTo>
                        <a:pt x="693" y="139"/>
                        <a:pt x="776" y="167"/>
                        <a:pt x="804" y="194"/>
                      </a:cubicBezTo>
                      <a:cubicBezTo>
                        <a:pt x="860" y="222"/>
                        <a:pt x="887" y="277"/>
                        <a:pt x="887" y="361"/>
                      </a:cubicBezTo>
                      <a:cubicBezTo>
                        <a:pt x="887" y="416"/>
                        <a:pt x="860" y="472"/>
                        <a:pt x="804" y="527"/>
                      </a:cubicBezTo>
                      <a:cubicBezTo>
                        <a:pt x="776" y="555"/>
                        <a:pt x="693" y="582"/>
                        <a:pt x="610" y="582"/>
                      </a:cubicBezTo>
                      <a:lnTo>
                        <a:pt x="388" y="582"/>
                      </a:lnTo>
                      <a:cubicBezTo>
                        <a:pt x="305" y="582"/>
                        <a:pt x="222" y="555"/>
                        <a:pt x="166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66" y="194"/>
                      </a:cubicBezTo>
                      <a:cubicBezTo>
                        <a:pt x="222" y="167"/>
                        <a:pt x="305" y="139"/>
                        <a:pt x="388" y="139"/>
                      </a:cubicBezTo>
                      <a:close/>
                      <a:moveTo>
                        <a:pt x="361" y="0"/>
                      </a:moveTo>
                      <a:cubicBezTo>
                        <a:pt x="250" y="0"/>
                        <a:pt x="166" y="28"/>
                        <a:pt x="83" y="83"/>
                      </a:cubicBezTo>
                      <a:cubicBezTo>
                        <a:pt x="28" y="139"/>
                        <a:pt x="0" y="222"/>
                        <a:pt x="0" y="361"/>
                      </a:cubicBezTo>
                      <a:cubicBezTo>
                        <a:pt x="0" y="472"/>
                        <a:pt x="28" y="555"/>
                        <a:pt x="83" y="610"/>
                      </a:cubicBezTo>
                      <a:cubicBezTo>
                        <a:pt x="166" y="666"/>
                        <a:pt x="250" y="721"/>
                        <a:pt x="361" y="721"/>
                      </a:cubicBezTo>
                      <a:lnTo>
                        <a:pt x="610" y="721"/>
                      </a:lnTo>
                      <a:cubicBezTo>
                        <a:pt x="721" y="693"/>
                        <a:pt x="832" y="666"/>
                        <a:pt x="887" y="610"/>
                      </a:cubicBezTo>
                      <a:cubicBezTo>
                        <a:pt x="971" y="555"/>
                        <a:pt x="998" y="472"/>
                        <a:pt x="998" y="361"/>
                      </a:cubicBezTo>
                      <a:cubicBezTo>
                        <a:pt x="998" y="222"/>
                        <a:pt x="971" y="139"/>
                        <a:pt x="887" y="83"/>
                      </a:cubicBezTo>
                      <a:cubicBezTo>
                        <a:pt x="832" y="28"/>
                        <a:pt x="721" y="0"/>
                        <a:pt x="6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8" name="Google Shape;398;p18"/>
                <p:cNvSpPr/>
                <p:nvPr/>
              </p:nvSpPr>
              <p:spPr>
                <a:xfrm>
                  <a:off x="6643556" y="4611300"/>
                  <a:ext cx="24975" cy="17350"/>
                </a:xfrm>
                <a:custGeom>
                  <a:rect b="b" l="l" r="r" t="t"/>
                  <a:pathLst>
                    <a:path extrusionOk="0" h="694" w="999">
                      <a:moveTo>
                        <a:pt x="693" y="1"/>
                      </a:moveTo>
                      <a:cubicBezTo>
                        <a:pt x="610" y="1"/>
                        <a:pt x="555" y="28"/>
                        <a:pt x="499" y="84"/>
                      </a:cubicBezTo>
                      <a:cubicBezTo>
                        <a:pt x="444" y="139"/>
                        <a:pt x="416" y="195"/>
                        <a:pt x="416" y="306"/>
                      </a:cubicBezTo>
                      <a:lnTo>
                        <a:pt x="416" y="333"/>
                      </a:lnTo>
                      <a:lnTo>
                        <a:pt x="111" y="56"/>
                      </a:lnTo>
                      <a:cubicBezTo>
                        <a:pt x="111" y="28"/>
                        <a:pt x="83" y="28"/>
                        <a:pt x="83" y="28"/>
                      </a:cubicBezTo>
                      <a:lnTo>
                        <a:pt x="28" y="28"/>
                      </a:lnTo>
                      <a:cubicBezTo>
                        <a:pt x="28" y="28"/>
                        <a:pt x="28" y="28"/>
                        <a:pt x="0" y="56"/>
                      </a:cubicBezTo>
                      <a:lnTo>
                        <a:pt x="0" y="638"/>
                      </a:lnTo>
                      <a:cubicBezTo>
                        <a:pt x="28" y="666"/>
                        <a:pt x="28" y="666"/>
                        <a:pt x="28" y="666"/>
                      </a:cubicBezTo>
                      <a:lnTo>
                        <a:pt x="83" y="666"/>
                      </a:lnTo>
                      <a:cubicBezTo>
                        <a:pt x="83" y="666"/>
                        <a:pt x="111" y="666"/>
                        <a:pt x="111" y="638"/>
                      </a:cubicBezTo>
                      <a:lnTo>
                        <a:pt x="111" y="195"/>
                      </a:lnTo>
                      <a:lnTo>
                        <a:pt x="416" y="472"/>
                      </a:lnTo>
                      <a:cubicBezTo>
                        <a:pt x="444" y="500"/>
                        <a:pt x="444" y="500"/>
                        <a:pt x="471" y="500"/>
                      </a:cubicBezTo>
                      <a:lnTo>
                        <a:pt x="527" y="500"/>
                      </a:lnTo>
                      <a:cubicBezTo>
                        <a:pt x="527" y="472"/>
                        <a:pt x="527" y="472"/>
                        <a:pt x="527" y="472"/>
                      </a:cubicBezTo>
                      <a:lnTo>
                        <a:pt x="527" y="333"/>
                      </a:lnTo>
                      <a:cubicBezTo>
                        <a:pt x="527" y="195"/>
                        <a:pt x="582" y="112"/>
                        <a:pt x="693" y="112"/>
                      </a:cubicBezTo>
                      <a:cubicBezTo>
                        <a:pt x="749" y="112"/>
                        <a:pt x="804" y="139"/>
                        <a:pt x="832" y="195"/>
                      </a:cubicBezTo>
                      <a:cubicBezTo>
                        <a:pt x="860" y="222"/>
                        <a:pt x="887" y="278"/>
                        <a:pt x="887" y="333"/>
                      </a:cubicBezTo>
                      <a:cubicBezTo>
                        <a:pt x="887" y="389"/>
                        <a:pt x="887" y="444"/>
                        <a:pt x="860" y="500"/>
                      </a:cubicBezTo>
                      <a:cubicBezTo>
                        <a:pt x="832" y="527"/>
                        <a:pt x="804" y="555"/>
                        <a:pt x="749" y="583"/>
                      </a:cubicBezTo>
                      <a:lnTo>
                        <a:pt x="721" y="583"/>
                      </a:lnTo>
                      <a:cubicBezTo>
                        <a:pt x="721" y="583"/>
                        <a:pt x="721" y="611"/>
                        <a:pt x="721" y="611"/>
                      </a:cubicBezTo>
                      <a:lnTo>
                        <a:pt x="721" y="666"/>
                      </a:lnTo>
                      <a:cubicBezTo>
                        <a:pt x="721" y="694"/>
                        <a:pt x="721" y="694"/>
                        <a:pt x="749" y="694"/>
                      </a:cubicBezTo>
                      <a:cubicBezTo>
                        <a:pt x="804" y="694"/>
                        <a:pt x="832" y="694"/>
                        <a:pt x="887" y="666"/>
                      </a:cubicBezTo>
                      <a:cubicBezTo>
                        <a:pt x="915" y="638"/>
                        <a:pt x="943" y="583"/>
                        <a:pt x="971" y="527"/>
                      </a:cubicBezTo>
                      <a:cubicBezTo>
                        <a:pt x="998" y="472"/>
                        <a:pt x="998" y="417"/>
                        <a:pt x="998" y="333"/>
                      </a:cubicBezTo>
                      <a:cubicBezTo>
                        <a:pt x="998" y="278"/>
                        <a:pt x="998" y="222"/>
                        <a:pt x="971" y="167"/>
                      </a:cubicBezTo>
                      <a:cubicBezTo>
                        <a:pt x="943" y="112"/>
                        <a:pt x="915" y="56"/>
                        <a:pt x="860" y="28"/>
                      </a:cubicBezTo>
                      <a:cubicBezTo>
                        <a:pt x="832" y="1"/>
                        <a:pt x="776" y="1"/>
                        <a:pt x="69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99" name="Google Shape;399;p18"/>
                <p:cNvSpPr/>
                <p:nvPr/>
              </p:nvSpPr>
              <p:spPr>
                <a:xfrm>
                  <a:off x="7157705" y="4632100"/>
                  <a:ext cx="24975" cy="18050"/>
                </a:xfrm>
                <a:custGeom>
                  <a:rect b="b" l="l" r="r" t="t"/>
                  <a:pathLst>
                    <a:path extrusionOk="0" h="722" w="999">
                      <a:moveTo>
                        <a:pt x="611" y="139"/>
                      </a:moveTo>
                      <a:cubicBezTo>
                        <a:pt x="694" y="139"/>
                        <a:pt x="777" y="167"/>
                        <a:pt x="833" y="194"/>
                      </a:cubicBezTo>
                      <a:cubicBezTo>
                        <a:pt x="860" y="222"/>
                        <a:pt x="888" y="277"/>
                        <a:pt x="888" y="361"/>
                      </a:cubicBezTo>
                      <a:cubicBezTo>
                        <a:pt x="888" y="416"/>
                        <a:pt x="860" y="472"/>
                        <a:pt x="833" y="527"/>
                      </a:cubicBezTo>
                      <a:cubicBezTo>
                        <a:pt x="777" y="555"/>
                        <a:pt x="694" y="582"/>
                        <a:pt x="611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23" y="555"/>
                        <a:pt x="167" y="527"/>
                      </a:cubicBezTo>
                      <a:cubicBezTo>
                        <a:pt x="139" y="472"/>
                        <a:pt x="112" y="416"/>
                        <a:pt x="112" y="361"/>
                      </a:cubicBezTo>
                      <a:cubicBezTo>
                        <a:pt x="112" y="277"/>
                        <a:pt x="139" y="222"/>
                        <a:pt x="167" y="194"/>
                      </a:cubicBezTo>
                      <a:cubicBezTo>
                        <a:pt x="223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50" y="0"/>
                        <a:pt x="167" y="28"/>
                        <a:pt x="112" y="83"/>
                      </a:cubicBezTo>
                      <a:cubicBezTo>
                        <a:pt x="28" y="139"/>
                        <a:pt x="1" y="222"/>
                        <a:pt x="1" y="361"/>
                      </a:cubicBezTo>
                      <a:cubicBezTo>
                        <a:pt x="1" y="472"/>
                        <a:pt x="28" y="555"/>
                        <a:pt x="112" y="610"/>
                      </a:cubicBezTo>
                      <a:cubicBezTo>
                        <a:pt x="167" y="666"/>
                        <a:pt x="250" y="721"/>
                        <a:pt x="389" y="721"/>
                      </a:cubicBezTo>
                      <a:lnTo>
                        <a:pt x="611" y="721"/>
                      </a:lnTo>
                      <a:cubicBezTo>
                        <a:pt x="749" y="693"/>
                        <a:pt x="833" y="666"/>
                        <a:pt x="916" y="610"/>
                      </a:cubicBezTo>
                      <a:cubicBezTo>
                        <a:pt x="971" y="555"/>
                        <a:pt x="999" y="472"/>
                        <a:pt x="999" y="361"/>
                      </a:cubicBezTo>
                      <a:cubicBezTo>
                        <a:pt x="999" y="222"/>
                        <a:pt x="971" y="139"/>
                        <a:pt x="916" y="83"/>
                      </a:cubicBezTo>
                      <a:cubicBezTo>
                        <a:pt x="833" y="28"/>
                        <a:pt x="749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0" name="Google Shape;400;p18"/>
                <p:cNvSpPr/>
                <p:nvPr/>
              </p:nvSpPr>
              <p:spPr>
                <a:xfrm>
                  <a:off x="7157837" y="4609225"/>
                  <a:ext cx="24975" cy="19425"/>
                </a:xfrm>
                <a:custGeom>
                  <a:rect b="b" l="l" r="r" t="t"/>
                  <a:pathLst>
                    <a:path extrusionOk="0" h="777" w="999">
                      <a:moveTo>
                        <a:pt x="638" y="277"/>
                      </a:moveTo>
                      <a:lnTo>
                        <a:pt x="638" y="638"/>
                      </a:lnTo>
                      <a:lnTo>
                        <a:pt x="139" y="277"/>
                      </a:lnTo>
                      <a:close/>
                      <a:moveTo>
                        <a:pt x="638" y="0"/>
                      </a:moveTo>
                      <a:cubicBezTo>
                        <a:pt x="638" y="0"/>
                        <a:pt x="638" y="28"/>
                        <a:pt x="638" y="28"/>
                      </a:cubicBezTo>
                      <a:lnTo>
                        <a:pt x="638" y="167"/>
                      </a:lnTo>
                      <a:lnTo>
                        <a:pt x="1" y="167"/>
                      </a:lnTo>
                      <a:cubicBezTo>
                        <a:pt x="1" y="167"/>
                        <a:pt x="1" y="167"/>
                        <a:pt x="1" y="194"/>
                      </a:cubicBezTo>
                      <a:lnTo>
                        <a:pt x="1" y="277"/>
                      </a:lnTo>
                      <a:cubicBezTo>
                        <a:pt x="1" y="305"/>
                        <a:pt x="1" y="305"/>
                        <a:pt x="1" y="305"/>
                      </a:cubicBezTo>
                      <a:cubicBezTo>
                        <a:pt x="28" y="333"/>
                        <a:pt x="28" y="333"/>
                        <a:pt x="28" y="333"/>
                      </a:cubicBezTo>
                      <a:lnTo>
                        <a:pt x="638" y="749"/>
                      </a:lnTo>
                      <a:cubicBezTo>
                        <a:pt x="638" y="777"/>
                        <a:pt x="666" y="777"/>
                        <a:pt x="666" y="777"/>
                      </a:cubicBezTo>
                      <a:lnTo>
                        <a:pt x="749" y="777"/>
                      </a:lnTo>
                      <a:cubicBezTo>
                        <a:pt x="749" y="749"/>
                        <a:pt x="749" y="749"/>
                        <a:pt x="749" y="749"/>
                      </a:cubicBezTo>
                      <a:lnTo>
                        <a:pt x="749" y="277"/>
                      </a:lnTo>
                      <a:lnTo>
                        <a:pt x="999" y="277"/>
                      </a:lnTo>
                      <a:cubicBezTo>
                        <a:pt x="999" y="277"/>
                        <a:pt x="999" y="250"/>
                        <a:pt x="999" y="250"/>
                      </a:cubicBezTo>
                      <a:lnTo>
                        <a:pt x="999" y="194"/>
                      </a:lnTo>
                      <a:cubicBezTo>
                        <a:pt x="999" y="167"/>
                        <a:pt x="999" y="167"/>
                        <a:pt x="999" y="167"/>
                      </a:cubicBezTo>
                      <a:lnTo>
                        <a:pt x="749" y="167"/>
                      </a:lnTo>
                      <a:lnTo>
                        <a:pt x="749" y="28"/>
                      </a:lnTo>
                      <a:cubicBezTo>
                        <a:pt x="749" y="28"/>
                        <a:pt x="749" y="0"/>
                        <a:pt x="7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1" name="Google Shape;401;p18"/>
                <p:cNvSpPr/>
                <p:nvPr/>
              </p:nvSpPr>
              <p:spPr>
                <a:xfrm>
                  <a:off x="7671715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11" y="139"/>
                      </a:moveTo>
                      <a:cubicBezTo>
                        <a:pt x="722" y="139"/>
                        <a:pt x="777" y="167"/>
                        <a:pt x="833" y="194"/>
                      </a:cubicBezTo>
                      <a:cubicBezTo>
                        <a:pt x="888" y="222"/>
                        <a:pt x="888" y="277"/>
                        <a:pt x="888" y="361"/>
                      </a:cubicBezTo>
                      <a:cubicBezTo>
                        <a:pt x="888" y="416"/>
                        <a:pt x="888" y="472"/>
                        <a:pt x="833" y="527"/>
                      </a:cubicBezTo>
                      <a:cubicBezTo>
                        <a:pt x="777" y="555"/>
                        <a:pt x="722" y="582"/>
                        <a:pt x="611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23" y="555"/>
                        <a:pt x="195" y="527"/>
                      </a:cubicBezTo>
                      <a:cubicBezTo>
                        <a:pt x="140" y="472"/>
                        <a:pt x="112" y="416"/>
                        <a:pt x="112" y="361"/>
                      </a:cubicBezTo>
                      <a:cubicBezTo>
                        <a:pt x="112" y="277"/>
                        <a:pt x="140" y="222"/>
                        <a:pt x="195" y="194"/>
                      </a:cubicBezTo>
                      <a:cubicBezTo>
                        <a:pt x="223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67" y="28"/>
                        <a:pt x="112" y="83"/>
                      </a:cubicBezTo>
                      <a:cubicBezTo>
                        <a:pt x="29" y="139"/>
                        <a:pt x="1" y="222"/>
                        <a:pt x="1" y="361"/>
                      </a:cubicBezTo>
                      <a:cubicBezTo>
                        <a:pt x="1" y="472"/>
                        <a:pt x="29" y="555"/>
                        <a:pt x="112" y="610"/>
                      </a:cubicBezTo>
                      <a:cubicBezTo>
                        <a:pt x="167" y="666"/>
                        <a:pt x="278" y="721"/>
                        <a:pt x="389" y="721"/>
                      </a:cubicBezTo>
                      <a:lnTo>
                        <a:pt x="639" y="721"/>
                      </a:lnTo>
                      <a:cubicBezTo>
                        <a:pt x="750" y="693"/>
                        <a:pt x="833" y="666"/>
                        <a:pt x="916" y="610"/>
                      </a:cubicBezTo>
                      <a:cubicBezTo>
                        <a:pt x="971" y="555"/>
                        <a:pt x="1027" y="472"/>
                        <a:pt x="1027" y="361"/>
                      </a:cubicBezTo>
                      <a:cubicBezTo>
                        <a:pt x="1027" y="222"/>
                        <a:pt x="971" y="139"/>
                        <a:pt x="916" y="83"/>
                      </a:cubicBezTo>
                      <a:cubicBezTo>
                        <a:pt x="833" y="28"/>
                        <a:pt x="750" y="0"/>
                        <a:pt x="6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2" name="Google Shape;402;p18"/>
                <p:cNvSpPr/>
                <p:nvPr/>
              </p:nvSpPr>
              <p:spPr>
                <a:xfrm>
                  <a:off x="7672119" y="4611300"/>
                  <a:ext cx="25675" cy="17350"/>
                </a:xfrm>
                <a:custGeom>
                  <a:rect b="b" l="l" r="r" t="t"/>
                  <a:pathLst>
                    <a:path extrusionOk="0" h="694" w="1027">
                      <a:moveTo>
                        <a:pt x="694" y="1"/>
                      </a:moveTo>
                      <a:cubicBezTo>
                        <a:pt x="611" y="1"/>
                        <a:pt x="555" y="1"/>
                        <a:pt x="500" y="28"/>
                      </a:cubicBezTo>
                      <a:cubicBezTo>
                        <a:pt x="472" y="84"/>
                        <a:pt x="417" y="112"/>
                        <a:pt x="417" y="167"/>
                      </a:cubicBezTo>
                      <a:cubicBezTo>
                        <a:pt x="389" y="222"/>
                        <a:pt x="361" y="278"/>
                        <a:pt x="361" y="333"/>
                      </a:cubicBezTo>
                      <a:cubicBezTo>
                        <a:pt x="361" y="417"/>
                        <a:pt x="389" y="472"/>
                        <a:pt x="417" y="527"/>
                      </a:cubicBezTo>
                      <a:lnTo>
                        <a:pt x="140" y="500"/>
                      </a:lnTo>
                      <a:lnTo>
                        <a:pt x="140" y="84"/>
                      </a:lnTo>
                      <a:cubicBezTo>
                        <a:pt x="140" y="84"/>
                        <a:pt x="140" y="84"/>
                        <a:pt x="112" y="56"/>
                      </a:cubicBezTo>
                      <a:lnTo>
                        <a:pt x="29" y="56"/>
                      </a:lnTo>
                      <a:cubicBezTo>
                        <a:pt x="29" y="56"/>
                        <a:pt x="1" y="84"/>
                        <a:pt x="1" y="84"/>
                      </a:cubicBezTo>
                      <a:lnTo>
                        <a:pt x="1" y="583"/>
                      </a:lnTo>
                      <a:cubicBezTo>
                        <a:pt x="1" y="611"/>
                        <a:pt x="29" y="611"/>
                        <a:pt x="56" y="611"/>
                      </a:cubicBezTo>
                      <a:lnTo>
                        <a:pt x="528" y="666"/>
                      </a:lnTo>
                      <a:cubicBezTo>
                        <a:pt x="528" y="666"/>
                        <a:pt x="528" y="666"/>
                        <a:pt x="528" y="638"/>
                      </a:cubicBezTo>
                      <a:cubicBezTo>
                        <a:pt x="555" y="638"/>
                        <a:pt x="555" y="638"/>
                        <a:pt x="555" y="611"/>
                      </a:cubicBezTo>
                      <a:lnTo>
                        <a:pt x="555" y="555"/>
                      </a:lnTo>
                      <a:cubicBezTo>
                        <a:pt x="555" y="555"/>
                        <a:pt x="555" y="527"/>
                        <a:pt x="555" y="527"/>
                      </a:cubicBezTo>
                      <a:cubicBezTo>
                        <a:pt x="528" y="527"/>
                        <a:pt x="528" y="500"/>
                        <a:pt x="528" y="500"/>
                      </a:cubicBezTo>
                      <a:cubicBezTo>
                        <a:pt x="500" y="472"/>
                        <a:pt x="500" y="444"/>
                        <a:pt x="500" y="444"/>
                      </a:cubicBezTo>
                      <a:cubicBezTo>
                        <a:pt x="472" y="417"/>
                        <a:pt x="472" y="389"/>
                        <a:pt x="472" y="361"/>
                      </a:cubicBezTo>
                      <a:cubicBezTo>
                        <a:pt x="472" y="278"/>
                        <a:pt x="500" y="250"/>
                        <a:pt x="528" y="195"/>
                      </a:cubicBezTo>
                      <a:cubicBezTo>
                        <a:pt x="555" y="139"/>
                        <a:pt x="611" y="139"/>
                        <a:pt x="666" y="139"/>
                      </a:cubicBezTo>
                      <a:cubicBezTo>
                        <a:pt x="750" y="139"/>
                        <a:pt x="805" y="139"/>
                        <a:pt x="833" y="195"/>
                      </a:cubicBezTo>
                      <a:cubicBezTo>
                        <a:pt x="888" y="250"/>
                        <a:pt x="888" y="278"/>
                        <a:pt x="888" y="361"/>
                      </a:cubicBezTo>
                      <a:cubicBezTo>
                        <a:pt x="888" y="417"/>
                        <a:pt x="888" y="444"/>
                        <a:pt x="860" y="500"/>
                      </a:cubicBezTo>
                      <a:cubicBezTo>
                        <a:pt x="833" y="527"/>
                        <a:pt x="805" y="555"/>
                        <a:pt x="750" y="555"/>
                      </a:cubicBezTo>
                      <a:cubicBezTo>
                        <a:pt x="722" y="583"/>
                        <a:pt x="722" y="583"/>
                        <a:pt x="722" y="611"/>
                      </a:cubicBezTo>
                      <a:lnTo>
                        <a:pt x="722" y="666"/>
                      </a:lnTo>
                      <a:cubicBezTo>
                        <a:pt x="722" y="666"/>
                        <a:pt x="722" y="694"/>
                        <a:pt x="722" y="694"/>
                      </a:cubicBezTo>
                      <a:lnTo>
                        <a:pt x="750" y="694"/>
                      </a:lnTo>
                      <a:cubicBezTo>
                        <a:pt x="805" y="694"/>
                        <a:pt x="833" y="694"/>
                        <a:pt x="888" y="666"/>
                      </a:cubicBezTo>
                      <a:cubicBezTo>
                        <a:pt x="916" y="638"/>
                        <a:pt x="944" y="583"/>
                        <a:pt x="971" y="527"/>
                      </a:cubicBezTo>
                      <a:cubicBezTo>
                        <a:pt x="999" y="500"/>
                        <a:pt x="1027" y="417"/>
                        <a:pt x="1027" y="361"/>
                      </a:cubicBezTo>
                      <a:cubicBezTo>
                        <a:pt x="1027" y="278"/>
                        <a:pt x="999" y="222"/>
                        <a:pt x="971" y="167"/>
                      </a:cubicBezTo>
                      <a:cubicBezTo>
                        <a:pt x="944" y="112"/>
                        <a:pt x="916" y="84"/>
                        <a:pt x="860" y="28"/>
                      </a:cubicBezTo>
                      <a:cubicBezTo>
                        <a:pt x="805" y="1"/>
                        <a:pt x="750" y="1"/>
                        <a:pt x="69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3" name="Google Shape;403;p18"/>
                <p:cNvSpPr/>
                <p:nvPr/>
              </p:nvSpPr>
              <p:spPr>
                <a:xfrm>
                  <a:off x="8186425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1" y="139"/>
                        <a:pt x="777" y="167"/>
                        <a:pt x="832" y="194"/>
                      </a:cubicBezTo>
                      <a:cubicBezTo>
                        <a:pt x="887" y="222"/>
                        <a:pt x="915" y="277"/>
                        <a:pt x="915" y="361"/>
                      </a:cubicBezTo>
                      <a:cubicBezTo>
                        <a:pt x="915" y="416"/>
                        <a:pt x="887" y="472"/>
                        <a:pt x="832" y="527"/>
                      </a:cubicBezTo>
                      <a:cubicBezTo>
                        <a:pt x="777" y="555"/>
                        <a:pt x="721" y="582"/>
                        <a:pt x="638" y="582"/>
                      </a:cubicBezTo>
                      <a:lnTo>
                        <a:pt x="388" y="582"/>
                      </a:lnTo>
                      <a:cubicBezTo>
                        <a:pt x="305" y="582"/>
                        <a:pt x="250" y="555"/>
                        <a:pt x="194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94" y="194"/>
                      </a:cubicBezTo>
                      <a:cubicBezTo>
                        <a:pt x="250" y="167"/>
                        <a:pt x="305" y="139"/>
                        <a:pt x="388" y="139"/>
                      </a:cubicBezTo>
                      <a:close/>
                      <a:moveTo>
                        <a:pt x="388" y="0"/>
                      </a:moveTo>
                      <a:cubicBezTo>
                        <a:pt x="277" y="0"/>
                        <a:pt x="194" y="28"/>
                        <a:pt x="111" y="83"/>
                      </a:cubicBezTo>
                      <a:cubicBezTo>
                        <a:pt x="28" y="139"/>
                        <a:pt x="0" y="222"/>
                        <a:pt x="0" y="361"/>
                      </a:cubicBezTo>
                      <a:cubicBezTo>
                        <a:pt x="0" y="472"/>
                        <a:pt x="28" y="555"/>
                        <a:pt x="111" y="610"/>
                      </a:cubicBezTo>
                      <a:cubicBezTo>
                        <a:pt x="194" y="666"/>
                        <a:pt x="277" y="721"/>
                        <a:pt x="388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32" y="666"/>
                        <a:pt x="915" y="610"/>
                      </a:cubicBezTo>
                      <a:cubicBezTo>
                        <a:pt x="998" y="555"/>
                        <a:pt x="1026" y="472"/>
                        <a:pt x="1026" y="361"/>
                      </a:cubicBezTo>
                      <a:cubicBezTo>
                        <a:pt x="1026" y="222"/>
                        <a:pt x="998" y="139"/>
                        <a:pt x="915" y="83"/>
                      </a:cubicBezTo>
                      <a:cubicBezTo>
                        <a:pt x="832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04" name="Google Shape;404;p18"/>
                <p:cNvSpPr/>
                <p:nvPr/>
              </p:nvSpPr>
              <p:spPr>
                <a:xfrm>
                  <a:off x="8187100" y="4610600"/>
                  <a:ext cx="25000" cy="18050"/>
                </a:xfrm>
                <a:custGeom>
                  <a:rect b="b" l="l" r="r" t="t"/>
                  <a:pathLst>
                    <a:path extrusionOk="0" h="722" w="1000">
                      <a:moveTo>
                        <a:pt x="666" y="140"/>
                      </a:moveTo>
                      <a:cubicBezTo>
                        <a:pt x="694" y="140"/>
                        <a:pt x="750" y="140"/>
                        <a:pt x="777" y="167"/>
                      </a:cubicBezTo>
                      <a:cubicBezTo>
                        <a:pt x="805" y="195"/>
                        <a:pt x="833" y="223"/>
                        <a:pt x="860" y="250"/>
                      </a:cubicBezTo>
                      <a:cubicBezTo>
                        <a:pt x="860" y="278"/>
                        <a:pt x="888" y="306"/>
                        <a:pt x="888" y="361"/>
                      </a:cubicBezTo>
                      <a:cubicBezTo>
                        <a:pt x="888" y="389"/>
                        <a:pt x="860" y="445"/>
                        <a:pt x="860" y="472"/>
                      </a:cubicBezTo>
                      <a:cubicBezTo>
                        <a:pt x="833" y="500"/>
                        <a:pt x="805" y="528"/>
                        <a:pt x="777" y="555"/>
                      </a:cubicBezTo>
                      <a:cubicBezTo>
                        <a:pt x="750" y="583"/>
                        <a:pt x="694" y="583"/>
                        <a:pt x="666" y="583"/>
                      </a:cubicBezTo>
                      <a:cubicBezTo>
                        <a:pt x="611" y="583"/>
                        <a:pt x="583" y="583"/>
                        <a:pt x="528" y="555"/>
                      </a:cubicBezTo>
                      <a:cubicBezTo>
                        <a:pt x="500" y="528"/>
                        <a:pt x="472" y="500"/>
                        <a:pt x="472" y="472"/>
                      </a:cubicBezTo>
                      <a:cubicBezTo>
                        <a:pt x="445" y="445"/>
                        <a:pt x="445" y="389"/>
                        <a:pt x="445" y="361"/>
                      </a:cubicBezTo>
                      <a:cubicBezTo>
                        <a:pt x="445" y="334"/>
                        <a:pt x="445" y="278"/>
                        <a:pt x="472" y="250"/>
                      </a:cubicBezTo>
                      <a:cubicBezTo>
                        <a:pt x="472" y="223"/>
                        <a:pt x="500" y="195"/>
                        <a:pt x="528" y="167"/>
                      </a:cubicBezTo>
                      <a:cubicBezTo>
                        <a:pt x="583" y="140"/>
                        <a:pt x="611" y="140"/>
                        <a:pt x="666" y="140"/>
                      </a:cubicBezTo>
                      <a:close/>
                      <a:moveTo>
                        <a:pt x="666" y="1"/>
                      </a:moveTo>
                      <a:cubicBezTo>
                        <a:pt x="583" y="1"/>
                        <a:pt x="528" y="1"/>
                        <a:pt x="500" y="29"/>
                      </a:cubicBezTo>
                      <a:cubicBezTo>
                        <a:pt x="445" y="56"/>
                        <a:pt x="389" y="112"/>
                        <a:pt x="361" y="167"/>
                      </a:cubicBezTo>
                      <a:cubicBezTo>
                        <a:pt x="334" y="223"/>
                        <a:pt x="334" y="278"/>
                        <a:pt x="334" y="334"/>
                      </a:cubicBezTo>
                      <a:cubicBezTo>
                        <a:pt x="334" y="361"/>
                        <a:pt x="334" y="389"/>
                        <a:pt x="334" y="417"/>
                      </a:cubicBezTo>
                      <a:lnTo>
                        <a:pt x="29" y="223"/>
                      </a:lnTo>
                      <a:lnTo>
                        <a:pt x="1" y="223"/>
                      </a:lnTo>
                      <a:cubicBezTo>
                        <a:pt x="1" y="223"/>
                        <a:pt x="1" y="223"/>
                        <a:pt x="1" y="250"/>
                      </a:cubicBezTo>
                      <a:lnTo>
                        <a:pt x="1" y="306"/>
                      </a:lnTo>
                      <a:cubicBezTo>
                        <a:pt x="1" y="306"/>
                        <a:pt x="1" y="334"/>
                        <a:pt x="1" y="334"/>
                      </a:cubicBezTo>
                      <a:cubicBezTo>
                        <a:pt x="1" y="334"/>
                        <a:pt x="1" y="334"/>
                        <a:pt x="1" y="361"/>
                      </a:cubicBezTo>
                      <a:lnTo>
                        <a:pt x="29" y="361"/>
                      </a:lnTo>
                      <a:lnTo>
                        <a:pt x="389" y="639"/>
                      </a:lnTo>
                      <a:cubicBezTo>
                        <a:pt x="500" y="694"/>
                        <a:pt x="583" y="722"/>
                        <a:pt x="666" y="722"/>
                      </a:cubicBezTo>
                      <a:cubicBezTo>
                        <a:pt x="722" y="722"/>
                        <a:pt x="777" y="722"/>
                        <a:pt x="833" y="694"/>
                      </a:cubicBezTo>
                      <a:cubicBezTo>
                        <a:pt x="888" y="666"/>
                        <a:pt x="916" y="611"/>
                        <a:pt x="944" y="555"/>
                      </a:cubicBezTo>
                      <a:cubicBezTo>
                        <a:pt x="971" y="500"/>
                        <a:pt x="999" y="445"/>
                        <a:pt x="999" y="361"/>
                      </a:cubicBezTo>
                      <a:cubicBezTo>
                        <a:pt x="999" y="278"/>
                        <a:pt x="971" y="223"/>
                        <a:pt x="944" y="167"/>
                      </a:cubicBezTo>
                      <a:cubicBezTo>
                        <a:pt x="916" y="112"/>
                        <a:pt x="888" y="56"/>
                        <a:pt x="833" y="29"/>
                      </a:cubicBezTo>
                      <a:cubicBezTo>
                        <a:pt x="777" y="1"/>
                        <a:pt x="722" y="1"/>
                        <a:pt x="66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405" name="Google Shape;405;p18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406" name="Google Shape;406;p1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7" name="Google Shape;407;p1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8" name="Google Shape;408;p1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09" name="Google Shape;409;p18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410" name="Google Shape;410;p1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1" name="Google Shape;411;p1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2" name="Google Shape;412;p1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13" name="Google Shape;413;p18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414" name="Google Shape;414;p1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5" name="Google Shape;415;p1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6" name="Google Shape;416;p1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417" name="Google Shape;417;p18"/>
          <p:cNvSpPr txBox="1"/>
          <p:nvPr>
            <p:ph type="title"/>
          </p:nvPr>
        </p:nvSpPr>
        <p:spPr>
          <a:xfrm>
            <a:off x="2325707" y="3072968"/>
            <a:ext cx="45009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418" name="Google Shape;418;p18"/>
          <p:cNvSpPr txBox="1"/>
          <p:nvPr>
            <p:ph idx="1" type="subTitle"/>
          </p:nvPr>
        </p:nvSpPr>
        <p:spPr>
          <a:xfrm>
            <a:off x="1709807" y="1444793"/>
            <a:ext cx="5732700" cy="16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9"/>
          <p:cNvSpPr txBox="1"/>
          <p:nvPr>
            <p:ph type="title"/>
          </p:nvPr>
        </p:nvSpPr>
        <p:spPr>
          <a:xfrm>
            <a:off x="4682400" y="1695450"/>
            <a:ext cx="37467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1" name="Google Shape;421;p19"/>
          <p:cNvSpPr txBox="1"/>
          <p:nvPr>
            <p:ph idx="1" type="subTitle"/>
          </p:nvPr>
        </p:nvSpPr>
        <p:spPr>
          <a:xfrm>
            <a:off x="4682400" y="2451150"/>
            <a:ext cx="3746700" cy="9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22" name="Google Shape;422;p19"/>
          <p:cNvGrpSpPr/>
          <p:nvPr/>
        </p:nvGrpSpPr>
        <p:grpSpPr>
          <a:xfrm>
            <a:off x="4675037" y="1648692"/>
            <a:ext cx="4108323" cy="3132999"/>
            <a:chOff x="5614975" y="2571738"/>
            <a:chExt cx="2725075" cy="2078413"/>
          </a:xfrm>
        </p:grpSpPr>
        <p:grpSp>
          <p:nvGrpSpPr>
            <p:cNvPr id="423" name="Google Shape;423;p19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424" name="Google Shape;424;p19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5" name="Google Shape;425;p19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6" name="Google Shape;426;p19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7" name="Google Shape;427;p19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8" name="Google Shape;428;p19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9" name="Google Shape;429;p19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0" name="Google Shape;430;p19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1" name="Google Shape;431;p19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2" name="Google Shape;432;p19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3" name="Google Shape;433;p19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4" name="Google Shape;434;p19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5" name="Google Shape;435;p19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36" name="Google Shape;436;p19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437" name="Google Shape;437;p19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8" name="Google Shape;438;p19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9" name="Google Shape;439;p19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0" name="Google Shape;440;p19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1" name="Google Shape;441;p19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2" name="Google Shape;442;p19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3" name="Google Shape;443;p19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4" name="Google Shape;444;p19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5" name="Google Shape;445;p19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6" name="Google Shape;446;p19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7" name="Google Shape;447;p19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8" name="Google Shape;448;p19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449" name="Google Shape;449;p19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450" name="Google Shape;450;p1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3" name="Google Shape;453;p19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454" name="Google Shape;454;p1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7" name="Google Shape;457;p19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458" name="Google Shape;458;p1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1">
  <p:cSld name="CUSTOM_11_1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463" name="Google Shape;463;p2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464" name="Google Shape;464;p2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2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2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7" name="Google Shape;467;p2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468" name="Google Shape;468;p2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2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2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1" name="Google Shape;471;p2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472" name="Google Shape;472;p2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2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2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21"/>
          <p:cNvGrpSpPr/>
          <p:nvPr/>
        </p:nvGrpSpPr>
        <p:grpSpPr>
          <a:xfrm>
            <a:off x="4668621" y="1648692"/>
            <a:ext cx="4108323" cy="3132999"/>
            <a:chOff x="5614975" y="2571738"/>
            <a:chExt cx="2725075" cy="2078413"/>
          </a:xfrm>
        </p:grpSpPr>
        <p:grpSp>
          <p:nvGrpSpPr>
            <p:cNvPr id="477" name="Google Shape;477;p21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478" name="Google Shape;478;p21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9" name="Google Shape;479;p21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0" name="Google Shape;480;p21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1" name="Google Shape;481;p21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2" name="Google Shape;482;p21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3" name="Google Shape;483;p21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4" name="Google Shape;484;p21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5" name="Google Shape;485;p21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6" name="Google Shape;486;p21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7" name="Google Shape;487;p21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8" name="Google Shape;488;p21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9" name="Google Shape;489;p21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90" name="Google Shape;490;p21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491" name="Google Shape;491;p21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2" name="Google Shape;492;p21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3" name="Google Shape;493;p21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4" name="Google Shape;494;p21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5" name="Google Shape;495;p21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6" name="Google Shape;496;p21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7" name="Google Shape;497;p21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8" name="Google Shape;498;p21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9" name="Google Shape;499;p21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0" name="Google Shape;500;p21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1" name="Google Shape;501;p21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2" name="Google Shape;502;p21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503" name="Google Shape;503;p2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504" name="Google Shape;504;p21"/>
          <p:cNvSpPr txBox="1"/>
          <p:nvPr>
            <p:ph idx="2" type="title"/>
          </p:nvPr>
        </p:nvSpPr>
        <p:spPr>
          <a:xfrm>
            <a:off x="2917650" y="1445400"/>
            <a:ext cx="3308700" cy="780900"/>
          </a:xfrm>
          <a:prstGeom prst="rect">
            <a:avLst/>
          </a:prstGeom>
        </p:spPr>
        <p:txBody>
          <a:bodyPr anchorCtr="0" anchor="b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5" name="Google Shape;505;p21"/>
          <p:cNvSpPr txBox="1"/>
          <p:nvPr>
            <p:ph idx="1" type="subTitle"/>
          </p:nvPr>
        </p:nvSpPr>
        <p:spPr>
          <a:xfrm>
            <a:off x="1994100" y="3665925"/>
            <a:ext cx="51558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06" name="Google Shape;506;p2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507" name="Google Shape;507;p2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0" name="Google Shape;510;p2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511" name="Google Shape;511;p2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14" name="Google Shape;514;p2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515" name="Google Shape;515;p2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2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520" name="Google Shape;520;p2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521" name="Google Shape;521;p2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2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2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4" name="Google Shape;524;p22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525" name="Google Shape;525;p2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2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2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28" name="Google Shape;528;p22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529" name="Google Shape;529;p2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2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2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2" name="Google Shape;532;p22"/>
          <p:cNvSpPr txBox="1"/>
          <p:nvPr>
            <p:ph idx="1" type="subTitle"/>
          </p:nvPr>
        </p:nvSpPr>
        <p:spPr>
          <a:xfrm>
            <a:off x="3905600" y="1733075"/>
            <a:ext cx="4518600" cy="23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_1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3"/>
          <p:cNvSpPr txBox="1"/>
          <p:nvPr>
            <p:ph type="title"/>
          </p:nvPr>
        </p:nvSpPr>
        <p:spPr>
          <a:xfrm>
            <a:off x="937525" y="1458300"/>
            <a:ext cx="36345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535" name="Google Shape;535;p23"/>
          <p:cNvSpPr txBox="1"/>
          <p:nvPr>
            <p:ph idx="1" type="subTitle"/>
          </p:nvPr>
        </p:nvSpPr>
        <p:spPr>
          <a:xfrm>
            <a:off x="1341300" y="2895575"/>
            <a:ext cx="32307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36" name="Google Shape;536;p2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537" name="Google Shape;537;p2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2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2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0" name="Google Shape;540;p23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541" name="Google Shape;541;p2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2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2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4" name="Google Shape;544;p23"/>
          <p:cNvGrpSpPr/>
          <p:nvPr/>
        </p:nvGrpSpPr>
        <p:grpSpPr>
          <a:xfrm>
            <a:off x="8669664" y="2457338"/>
            <a:ext cx="228825" cy="228825"/>
            <a:chOff x="3023950" y="3689950"/>
            <a:chExt cx="316100" cy="316100"/>
          </a:xfrm>
        </p:grpSpPr>
        <p:sp>
          <p:nvSpPr>
            <p:cNvPr id="545" name="Google Shape;545;p2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2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2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_1_1"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24"/>
          <p:cNvSpPr txBox="1"/>
          <p:nvPr>
            <p:ph type="title"/>
          </p:nvPr>
        </p:nvSpPr>
        <p:spPr>
          <a:xfrm>
            <a:off x="937525" y="1695450"/>
            <a:ext cx="3429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550" name="Google Shape;550;p24"/>
          <p:cNvSpPr txBox="1"/>
          <p:nvPr>
            <p:ph idx="1" type="subTitle"/>
          </p:nvPr>
        </p:nvSpPr>
        <p:spPr>
          <a:xfrm>
            <a:off x="720000" y="2535750"/>
            <a:ext cx="3678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51" name="Google Shape;551;p24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552" name="Google Shape;552;p24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553" name="Google Shape;553;p24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24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24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24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24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24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24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24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24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24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24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24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65" name="Google Shape;565;p24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566" name="Google Shape;566;p24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24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24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24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24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24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24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24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24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24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24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24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578" name="Google Shape;578;p2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579" name="Google Shape;579;p2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2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2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82" name="Google Shape;582;p2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583" name="Google Shape;583;p2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2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2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0_1_1_1_1"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5"/>
          <p:cNvSpPr txBox="1"/>
          <p:nvPr>
            <p:ph type="title"/>
          </p:nvPr>
        </p:nvSpPr>
        <p:spPr>
          <a:xfrm>
            <a:off x="4745400" y="1695450"/>
            <a:ext cx="3429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588" name="Google Shape;588;p25"/>
          <p:cNvSpPr txBox="1"/>
          <p:nvPr>
            <p:ph idx="1" type="subTitle"/>
          </p:nvPr>
        </p:nvSpPr>
        <p:spPr>
          <a:xfrm>
            <a:off x="4745400" y="2538125"/>
            <a:ext cx="3678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589" name="Google Shape;589;p25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590" name="Google Shape;590;p2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2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2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3" name="Google Shape;593;p25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594" name="Google Shape;594;p2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2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2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97" name="Google Shape;597;p25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598" name="Google Shape;598;p2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2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2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01" name="Google Shape;601;p25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602" name="Google Shape;602;p2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2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2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5" name="Google Shape;605;p25"/>
          <p:cNvSpPr txBox="1"/>
          <p:nvPr/>
        </p:nvSpPr>
        <p:spPr>
          <a:xfrm>
            <a:off x="2499450" y="48877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5"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08" name="Google Shape;608;p26"/>
          <p:cNvSpPr txBox="1"/>
          <p:nvPr>
            <p:ph idx="1" type="body"/>
          </p:nvPr>
        </p:nvSpPr>
        <p:spPr>
          <a:xfrm>
            <a:off x="720000" y="1152475"/>
            <a:ext cx="46791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9" name="Google Shape;609;p26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7"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7"/>
          <p:cNvSpPr txBox="1"/>
          <p:nvPr>
            <p:ph type="title"/>
          </p:nvPr>
        </p:nvSpPr>
        <p:spPr>
          <a:xfrm>
            <a:off x="720000" y="540000"/>
            <a:ext cx="386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2" name="Google Shape;612;p27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613" name="Google Shape;613;p27"/>
          <p:cNvSpPr txBox="1"/>
          <p:nvPr>
            <p:ph idx="1" type="subTitle"/>
          </p:nvPr>
        </p:nvSpPr>
        <p:spPr>
          <a:xfrm>
            <a:off x="725625" y="1435975"/>
            <a:ext cx="3851100" cy="27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7_1"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28"/>
          <p:cNvSpPr txBox="1"/>
          <p:nvPr>
            <p:ph type="title"/>
          </p:nvPr>
        </p:nvSpPr>
        <p:spPr>
          <a:xfrm>
            <a:off x="3590925" y="1378448"/>
            <a:ext cx="4833000" cy="6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16" name="Google Shape;616;p28"/>
          <p:cNvSpPr txBox="1"/>
          <p:nvPr>
            <p:ph idx="1" type="subTitle"/>
          </p:nvPr>
        </p:nvSpPr>
        <p:spPr>
          <a:xfrm>
            <a:off x="3591003" y="2051348"/>
            <a:ext cx="4833000" cy="17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17" name="Google Shape;617;p28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618" name="Google Shape;618;p2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2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2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1" name="Google Shape;621;p28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622" name="Google Shape;622;p2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2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2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5" name="Google Shape;625;p28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626" name="Google Shape;626;p2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2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2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7_1_1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0" name="Google Shape;630;p29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631" name="Google Shape;631;p2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2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2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4" name="Google Shape;634;p29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635" name="Google Shape;635;p2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2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2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38" name="Google Shape;638;p29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639" name="Google Shape;639;p2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2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2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42" name="Google Shape;642;p2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643" name="Google Shape;643;p29"/>
          <p:cNvSpPr txBox="1"/>
          <p:nvPr>
            <p:ph idx="2" type="title"/>
          </p:nvPr>
        </p:nvSpPr>
        <p:spPr>
          <a:xfrm>
            <a:off x="720000" y="1445400"/>
            <a:ext cx="7704000" cy="3975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0"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3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46" name="Google Shape;646;p30"/>
          <p:cNvSpPr txBox="1"/>
          <p:nvPr>
            <p:ph idx="1" type="body"/>
          </p:nvPr>
        </p:nvSpPr>
        <p:spPr>
          <a:xfrm>
            <a:off x="720000" y="1750925"/>
            <a:ext cx="3852000" cy="24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1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647" name="Google Shape;647;p3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648" name="Google Shape;648;p3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3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3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1" name="Google Shape;651;p30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652" name="Google Shape;652;p3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3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3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55" name="Google Shape;655;p3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656" name="Google Shape;656;p3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3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3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59" name="Google Shape;659;p30"/>
          <p:cNvSpPr txBox="1"/>
          <p:nvPr>
            <p:ph idx="2" type="body"/>
          </p:nvPr>
        </p:nvSpPr>
        <p:spPr>
          <a:xfrm>
            <a:off x="4572000" y="1751085"/>
            <a:ext cx="3852000" cy="24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1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1" name="Google Shape;661;p31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662" name="Google Shape;662;p31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663" name="Google Shape;663;p31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1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1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31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31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1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31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31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31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31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31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31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5" name="Google Shape;675;p31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676" name="Google Shape;676;p31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31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1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1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31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31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31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31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31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31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1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1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688" name="Google Shape;688;p3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689" name="Google Shape;689;p31"/>
          <p:cNvSpPr txBox="1"/>
          <p:nvPr>
            <p:ph idx="2" type="title"/>
          </p:nvPr>
        </p:nvSpPr>
        <p:spPr>
          <a:xfrm>
            <a:off x="778650" y="2421024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0" name="Google Shape;690;p31"/>
          <p:cNvSpPr txBox="1"/>
          <p:nvPr>
            <p:ph idx="3" type="title"/>
          </p:nvPr>
        </p:nvSpPr>
        <p:spPr>
          <a:xfrm>
            <a:off x="2711750" y="24210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1" name="Google Shape;691;p31"/>
          <p:cNvSpPr txBox="1"/>
          <p:nvPr>
            <p:ph idx="4" type="title"/>
          </p:nvPr>
        </p:nvSpPr>
        <p:spPr>
          <a:xfrm>
            <a:off x="4644850" y="24210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2" name="Google Shape;692;p31"/>
          <p:cNvSpPr txBox="1"/>
          <p:nvPr>
            <p:ph idx="5" type="title"/>
          </p:nvPr>
        </p:nvSpPr>
        <p:spPr>
          <a:xfrm>
            <a:off x="6577950" y="24210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3" name="Google Shape;693;p31"/>
          <p:cNvSpPr txBox="1"/>
          <p:nvPr>
            <p:ph idx="1" type="subTitle"/>
          </p:nvPr>
        </p:nvSpPr>
        <p:spPr>
          <a:xfrm>
            <a:off x="778650" y="3058000"/>
            <a:ext cx="17874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4" name="Google Shape;694;p31"/>
          <p:cNvSpPr txBox="1"/>
          <p:nvPr>
            <p:ph idx="6" type="subTitle"/>
          </p:nvPr>
        </p:nvSpPr>
        <p:spPr>
          <a:xfrm>
            <a:off x="2711750" y="3058000"/>
            <a:ext cx="17874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5" name="Google Shape;695;p31"/>
          <p:cNvSpPr txBox="1"/>
          <p:nvPr>
            <p:ph idx="7" type="subTitle"/>
          </p:nvPr>
        </p:nvSpPr>
        <p:spPr>
          <a:xfrm>
            <a:off x="4644850" y="3058000"/>
            <a:ext cx="17874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6" name="Google Shape;696;p31"/>
          <p:cNvSpPr txBox="1"/>
          <p:nvPr>
            <p:ph idx="8" type="subTitle"/>
          </p:nvPr>
        </p:nvSpPr>
        <p:spPr>
          <a:xfrm>
            <a:off x="6577950" y="3058000"/>
            <a:ext cx="17874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697" name="Google Shape;697;p3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698" name="Google Shape;698;p3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3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3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1" name="Google Shape;701;p3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702" name="Google Shape;702;p3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3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3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05" name="Google Shape;705;p3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706" name="Google Shape;706;p3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3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3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_1"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711" name="Google Shape;711;p32"/>
          <p:cNvSpPr txBox="1"/>
          <p:nvPr>
            <p:ph idx="2" type="title"/>
          </p:nvPr>
        </p:nvSpPr>
        <p:spPr>
          <a:xfrm>
            <a:off x="867749" y="2192424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2" name="Google Shape;712;p32"/>
          <p:cNvSpPr txBox="1"/>
          <p:nvPr>
            <p:ph idx="3" type="title"/>
          </p:nvPr>
        </p:nvSpPr>
        <p:spPr>
          <a:xfrm>
            <a:off x="2777181" y="24972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3" name="Google Shape;713;p32"/>
          <p:cNvSpPr txBox="1"/>
          <p:nvPr>
            <p:ph idx="4" type="title"/>
          </p:nvPr>
        </p:nvSpPr>
        <p:spPr>
          <a:xfrm>
            <a:off x="4762081" y="28020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4" name="Google Shape;714;p32"/>
          <p:cNvSpPr txBox="1"/>
          <p:nvPr>
            <p:ph idx="5" type="title"/>
          </p:nvPr>
        </p:nvSpPr>
        <p:spPr>
          <a:xfrm>
            <a:off x="6718849" y="31068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32"/>
          <p:cNvSpPr txBox="1"/>
          <p:nvPr>
            <p:ph idx="1" type="subTitle"/>
          </p:nvPr>
        </p:nvSpPr>
        <p:spPr>
          <a:xfrm>
            <a:off x="867749" y="2765000"/>
            <a:ext cx="17874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6" name="Google Shape;716;p32"/>
          <p:cNvSpPr txBox="1"/>
          <p:nvPr>
            <p:ph idx="6" type="subTitle"/>
          </p:nvPr>
        </p:nvSpPr>
        <p:spPr>
          <a:xfrm>
            <a:off x="2777181" y="3069700"/>
            <a:ext cx="17874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7" name="Google Shape;717;p32"/>
          <p:cNvSpPr txBox="1"/>
          <p:nvPr>
            <p:ph idx="7" type="subTitle"/>
          </p:nvPr>
        </p:nvSpPr>
        <p:spPr>
          <a:xfrm>
            <a:off x="4762081" y="3374500"/>
            <a:ext cx="17874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8" name="Google Shape;718;p32"/>
          <p:cNvSpPr txBox="1"/>
          <p:nvPr>
            <p:ph idx="8" type="subTitle"/>
          </p:nvPr>
        </p:nvSpPr>
        <p:spPr>
          <a:xfrm>
            <a:off x="6718855" y="3679300"/>
            <a:ext cx="17874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9" name="Google Shape;719;p3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720" name="Google Shape;720;p3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3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3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3" name="Google Shape;723;p32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724" name="Google Shape;724;p3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3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27" name="Google Shape;727;p32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728" name="Google Shape;728;p3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31" name="Google Shape;731;p32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grpSp>
        <p:nvGrpSpPr>
          <p:cNvPr id="732" name="Google Shape;732;p32"/>
          <p:cNvGrpSpPr/>
          <p:nvPr/>
        </p:nvGrpSpPr>
        <p:grpSpPr>
          <a:xfrm>
            <a:off x="8669427" y="4667865"/>
            <a:ext cx="228825" cy="228856"/>
            <a:chOff x="3023950" y="3689950"/>
            <a:chExt cx="316100" cy="316100"/>
          </a:xfrm>
        </p:grpSpPr>
        <p:sp>
          <p:nvSpPr>
            <p:cNvPr id="733" name="Google Shape;733;p3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3_1_1"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3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738" name="Google Shape;738;p3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739" name="Google Shape;739;p3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2" name="Google Shape;742;p33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743" name="Google Shape;743;p3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3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3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46" name="Google Shape;746;p33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747" name="Google Shape;747;p33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748" name="Google Shape;748;p33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33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33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33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33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33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33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5" name="Google Shape;755;p33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6" name="Google Shape;756;p33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7" name="Google Shape;757;p33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8" name="Google Shape;758;p33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9" name="Google Shape;759;p33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0" name="Google Shape;760;p33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761" name="Google Shape;761;p33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33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33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4" name="Google Shape;764;p33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5" name="Google Shape;765;p33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33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33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33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9" name="Google Shape;769;p33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0" name="Google Shape;770;p33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1" name="Google Shape;771;p33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2" name="Google Shape;772;p33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773" name="Google Shape;773;p33"/>
          <p:cNvSpPr txBox="1"/>
          <p:nvPr>
            <p:ph idx="2" type="title"/>
          </p:nvPr>
        </p:nvSpPr>
        <p:spPr>
          <a:xfrm>
            <a:off x="1218368" y="1611844"/>
            <a:ext cx="2105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774" name="Google Shape;774;p33"/>
          <p:cNvSpPr txBox="1"/>
          <p:nvPr>
            <p:ph idx="1" type="subTitle"/>
          </p:nvPr>
        </p:nvSpPr>
        <p:spPr>
          <a:xfrm>
            <a:off x="812466" y="2269375"/>
            <a:ext cx="251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5" name="Google Shape;775;p33"/>
          <p:cNvSpPr txBox="1"/>
          <p:nvPr>
            <p:ph idx="3" type="title"/>
          </p:nvPr>
        </p:nvSpPr>
        <p:spPr>
          <a:xfrm>
            <a:off x="5804868" y="1611844"/>
            <a:ext cx="2105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776" name="Google Shape;776;p33"/>
          <p:cNvSpPr txBox="1"/>
          <p:nvPr>
            <p:ph idx="4" type="subTitle"/>
          </p:nvPr>
        </p:nvSpPr>
        <p:spPr>
          <a:xfrm>
            <a:off x="5804869" y="2269375"/>
            <a:ext cx="251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7" name="Google Shape;777;p33"/>
          <p:cNvSpPr txBox="1"/>
          <p:nvPr>
            <p:ph idx="5" type="title"/>
          </p:nvPr>
        </p:nvSpPr>
        <p:spPr>
          <a:xfrm>
            <a:off x="1218368" y="3116250"/>
            <a:ext cx="2105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778" name="Google Shape;778;p33"/>
          <p:cNvSpPr txBox="1"/>
          <p:nvPr>
            <p:ph idx="6" type="subTitle"/>
          </p:nvPr>
        </p:nvSpPr>
        <p:spPr>
          <a:xfrm>
            <a:off x="812466" y="3771085"/>
            <a:ext cx="251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9" name="Google Shape;779;p33"/>
          <p:cNvSpPr txBox="1"/>
          <p:nvPr>
            <p:ph idx="7" type="title"/>
          </p:nvPr>
        </p:nvSpPr>
        <p:spPr>
          <a:xfrm>
            <a:off x="5804868" y="3116250"/>
            <a:ext cx="2105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780" name="Google Shape;780;p33"/>
          <p:cNvSpPr txBox="1"/>
          <p:nvPr>
            <p:ph idx="8" type="subTitle"/>
          </p:nvPr>
        </p:nvSpPr>
        <p:spPr>
          <a:xfrm>
            <a:off x="5804869" y="3771085"/>
            <a:ext cx="251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3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783" name="Google Shape;783;p34"/>
          <p:cNvSpPr txBox="1"/>
          <p:nvPr>
            <p:ph idx="2" type="title"/>
          </p:nvPr>
        </p:nvSpPr>
        <p:spPr>
          <a:xfrm>
            <a:off x="778650" y="2451442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4" name="Google Shape;784;p34"/>
          <p:cNvSpPr txBox="1"/>
          <p:nvPr>
            <p:ph idx="3" type="title"/>
          </p:nvPr>
        </p:nvSpPr>
        <p:spPr>
          <a:xfrm>
            <a:off x="3432538" y="2451417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5" name="Google Shape;785;p34"/>
          <p:cNvSpPr txBox="1"/>
          <p:nvPr>
            <p:ph idx="4" type="title"/>
          </p:nvPr>
        </p:nvSpPr>
        <p:spPr>
          <a:xfrm>
            <a:off x="6086425" y="2451417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86" name="Google Shape;786;p34"/>
          <p:cNvSpPr txBox="1"/>
          <p:nvPr>
            <p:ph idx="1" type="subTitle"/>
          </p:nvPr>
        </p:nvSpPr>
        <p:spPr>
          <a:xfrm>
            <a:off x="778650" y="3015628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7" name="Google Shape;787;p34"/>
          <p:cNvSpPr txBox="1"/>
          <p:nvPr>
            <p:ph idx="5" type="subTitle"/>
          </p:nvPr>
        </p:nvSpPr>
        <p:spPr>
          <a:xfrm>
            <a:off x="3432550" y="3015625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8" name="Google Shape;788;p34"/>
          <p:cNvSpPr txBox="1"/>
          <p:nvPr>
            <p:ph idx="6" type="subTitle"/>
          </p:nvPr>
        </p:nvSpPr>
        <p:spPr>
          <a:xfrm>
            <a:off x="6086425" y="3015625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89" name="Google Shape;789;p3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790" name="Google Shape;790;p3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3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3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3" name="Google Shape;793;p34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794" name="Google Shape;794;p3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3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3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97" name="Google Shape;797;p3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798" name="Google Shape;798;p3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01" name="Google Shape;801;p3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802" name="Google Shape;802;p3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1"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3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807" name="Google Shape;807;p35"/>
          <p:cNvSpPr txBox="1"/>
          <p:nvPr>
            <p:ph idx="2" type="title"/>
          </p:nvPr>
        </p:nvSpPr>
        <p:spPr>
          <a:xfrm>
            <a:off x="5165450" y="1489475"/>
            <a:ext cx="2962500" cy="4146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8" name="Google Shape;808;p35"/>
          <p:cNvSpPr txBox="1"/>
          <p:nvPr>
            <p:ph idx="3" type="title"/>
          </p:nvPr>
        </p:nvSpPr>
        <p:spPr>
          <a:xfrm>
            <a:off x="5165450" y="2557926"/>
            <a:ext cx="2962500" cy="3537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9" name="Google Shape;809;p35"/>
          <p:cNvSpPr txBox="1"/>
          <p:nvPr>
            <p:ph idx="4" type="title"/>
          </p:nvPr>
        </p:nvSpPr>
        <p:spPr>
          <a:xfrm>
            <a:off x="5165450" y="3595789"/>
            <a:ext cx="2962500" cy="3537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0" name="Google Shape;810;p35"/>
          <p:cNvSpPr txBox="1"/>
          <p:nvPr>
            <p:ph idx="1" type="subTitle"/>
          </p:nvPr>
        </p:nvSpPr>
        <p:spPr>
          <a:xfrm>
            <a:off x="5165450" y="1910275"/>
            <a:ext cx="2962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1" name="Google Shape;811;p35"/>
          <p:cNvSpPr txBox="1"/>
          <p:nvPr>
            <p:ph idx="5" type="subTitle"/>
          </p:nvPr>
        </p:nvSpPr>
        <p:spPr>
          <a:xfrm>
            <a:off x="5165450" y="2929850"/>
            <a:ext cx="2962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2" name="Google Shape;812;p35"/>
          <p:cNvSpPr txBox="1"/>
          <p:nvPr>
            <p:ph idx="6" type="subTitle"/>
          </p:nvPr>
        </p:nvSpPr>
        <p:spPr>
          <a:xfrm>
            <a:off x="5165450" y="3949500"/>
            <a:ext cx="2962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13" name="Google Shape;813;p35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814" name="Google Shape;814;p3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17" name="Google Shape;817;p35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818" name="Google Shape;818;p3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1" name="Google Shape;821;p35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822" name="Google Shape;822;p3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25" name="Google Shape;825;p35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826" name="Google Shape;826;p3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29" name="Google Shape;829;p35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1_1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3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832" name="Google Shape;832;p36"/>
          <p:cNvSpPr txBox="1"/>
          <p:nvPr>
            <p:ph idx="2" type="title"/>
          </p:nvPr>
        </p:nvSpPr>
        <p:spPr>
          <a:xfrm>
            <a:off x="3043975" y="1490048"/>
            <a:ext cx="1284000" cy="414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3" name="Google Shape;833;p36"/>
          <p:cNvSpPr txBox="1"/>
          <p:nvPr>
            <p:ph idx="3" type="title"/>
          </p:nvPr>
        </p:nvSpPr>
        <p:spPr>
          <a:xfrm>
            <a:off x="3043975" y="2676793"/>
            <a:ext cx="1284000" cy="353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4" name="Google Shape;834;p36"/>
          <p:cNvSpPr txBox="1"/>
          <p:nvPr>
            <p:ph idx="4" type="title"/>
          </p:nvPr>
        </p:nvSpPr>
        <p:spPr>
          <a:xfrm>
            <a:off x="3043975" y="3823548"/>
            <a:ext cx="1284000" cy="353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35" name="Google Shape;835;p36"/>
          <p:cNvSpPr txBox="1"/>
          <p:nvPr>
            <p:ph idx="1" type="subTitle"/>
          </p:nvPr>
        </p:nvSpPr>
        <p:spPr>
          <a:xfrm>
            <a:off x="5216275" y="1449400"/>
            <a:ext cx="2837400" cy="49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6" name="Google Shape;836;p36"/>
          <p:cNvSpPr txBox="1"/>
          <p:nvPr>
            <p:ph idx="5" type="subTitle"/>
          </p:nvPr>
        </p:nvSpPr>
        <p:spPr>
          <a:xfrm>
            <a:off x="5216275" y="2605696"/>
            <a:ext cx="2837400" cy="49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7" name="Google Shape;837;p36"/>
          <p:cNvSpPr txBox="1"/>
          <p:nvPr>
            <p:ph idx="6" type="subTitle"/>
          </p:nvPr>
        </p:nvSpPr>
        <p:spPr>
          <a:xfrm>
            <a:off x="5216275" y="3752450"/>
            <a:ext cx="2837400" cy="49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838" name="Google Shape;838;p36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839" name="Google Shape;839;p3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2" name="Google Shape;842;p36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843" name="Google Shape;843;p3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6" name="Google Shape;846;p36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847" name="Google Shape;847;p3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50" name="Google Shape;850;p36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851" name="Google Shape;851;p3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54" name="Google Shape;854;p36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855" name="Google Shape;855;p36"/>
          <p:cNvSpPr txBox="1"/>
          <p:nvPr>
            <p:ph hasCustomPrompt="1" idx="7" type="title"/>
          </p:nvPr>
        </p:nvSpPr>
        <p:spPr>
          <a:xfrm>
            <a:off x="1298797" y="1390298"/>
            <a:ext cx="874200" cy="61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56" name="Google Shape;856;p36"/>
          <p:cNvSpPr txBox="1"/>
          <p:nvPr>
            <p:ph hasCustomPrompt="1" idx="8" type="title"/>
          </p:nvPr>
        </p:nvSpPr>
        <p:spPr>
          <a:xfrm>
            <a:off x="1298797" y="2546593"/>
            <a:ext cx="874200" cy="61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857" name="Google Shape;857;p36"/>
          <p:cNvSpPr txBox="1"/>
          <p:nvPr>
            <p:ph hasCustomPrompt="1" idx="9" type="title"/>
          </p:nvPr>
        </p:nvSpPr>
        <p:spPr>
          <a:xfrm>
            <a:off x="1298797" y="3693348"/>
            <a:ext cx="874200" cy="61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37"/>
          <p:cNvSpPr txBox="1"/>
          <p:nvPr>
            <p:ph idx="1" type="subTitle"/>
          </p:nvPr>
        </p:nvSpPr>
        <p:spPr>
          <a:xfrm>
            <a:off x="2861150" y="1524325"/>
            <a:ext cx="49701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0" name="Google Shape;860;p37"/>
          <p:cNvSpPr txBox="1"/>
          <p:nvPr>
            <p:ph hasCustomPrompt="1" type="title"/>
          </p:nvPr>
        </p:nvSpPr>
        <p:spPr>
          <a:xfrm>
            <a:off x="2861150" y="850275"/>
            <a:ext cx="34347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1" name="Google Shape;861;p37"/>
          <p:cNvSpPr txBox="1"/>
          <p:nvPr>
            <p:ph idx="2" type="subTitle"/>
          </p:nvPr>
        </p:nvSpPr>
        <p:spPr>
          <a:xfrm>
            <a:off x="2861150" y="2751232"/>
            <a:ext cx="49701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2" name="Google Shape;862;p37"/>
          <p:cNvSpPr txBox="1"/>
          <p:nvPr>
            <p:ph hasCustomPrompt="1" idx="3" type="title"/>
          </p:nvPr>
        </p:nvSpPr>
        <p:spPr>
          <a:xfrm>
            <a:off x="2861150" y="2077182"/>
            <a:ext cx="34347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3" name="Google Shape;863;p37"/>
          <p:cNvSpPr txBox="1"/>
          <p:nvPr>
            <p:ph idx="4" type="subTitle"/>
          </p:nvPr>
        </p:nvSpPr>
        <p:spPr>
          <a:xfrm>
            <a:off x="2861150" y="3978150"/>
            <a:ext cx="55770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4" name="Google Shape;864;p37"/>
          <p:cNvSpPr txBox="1"/>
          <p:nvPr>
            <p:ph hasCustomPrompt="1" idx="5" type="title"/>
          </p:nvPr>
        </p:nvSpPr>
        <p:spPr>
          <a:xfrm>
            <a:off x="2861150" y="3304099"/>
            <a:ext cx="34347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5" name="Google Shape;865;p37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5_1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3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868" name="Google Shape;868;p38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869" name="Google Shape;869;p38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870" name="Google Shape;870;p38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38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38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38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38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38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38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38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38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38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38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38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2" name="Google Shape;882;p38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883" name="Google Shape;883;p38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38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38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38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38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38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38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38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38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38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38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38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895" name="Google Shape;895;p38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896" name="Google Shape;896;p3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9" name="Google Shape;899;p38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900" name="Google Shape;900;p3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03" name="Google Shape;903;p38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904" name="Google Shape;904;p3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07" name="Google Shape;907;p38"/>
          <p:cNvSpPr txBox="1"/>
          <p:nvPr>
            <p:ph idx="2" type="title"/>
          </p:nvPr>
        </p:nvSpPr>
        <p:spPr>
          <a:xfrm>
            <a:off x="1283324" y="310911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08" name="Google Shape;908;p38"/>
          <p:cNvSpPr txBox="1"/>
          <p:nvPr>
            <p:ph idx="1" type="subTitle"/>
          </p:nvPr>
        </p:nvSpPr>
        <p:spPr>
          <a:xfrm>
            <a:off x="1055024" y="3695650"/>
            <a:ext cx="27930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9" name="Google Shape;909;p38"/>
          <p:cNvSpPr txBox="1"/>
          <p:nvPr>
            <p:ph idx="3" type="title"/>
          </p:nvPr>
        </p:nvSpPr>
        <p:spPr>
          <a:xfrm>
            <a:off x="5518822" y="310911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910" name="Google Shape;910;p38"/>
          <p:cNvSpPr txBox="1"/>
          <p:nvPr>
            <p:ph idx="4" type="subTitle"/>
          </p:nvPr>
        </p:nvSpPr>
        <p:spPr>
          <a:xfrm>
            <a:off x="5290525" y="3695650"/>
            <a:ext cx="27930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1" name="Google Shape;911;p38"/>
          <p:cNvSpPr txBox="1"/>
          <p:nvPr>
            <p:ph hasCustomPrompt="1" idx="5" type="title"/>
          </p:nvPr>
        </p:nvSpPr>
        <p:spPr>
          <a:xfrm>
            <a:off x="1568024" y="1487672"/>
            <a:ext cx="1767000" cy="61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912" name="Google Shape;912;p38"/>
          <p:cNvSpPr txBox="1"/>
          <p:nvPr>
            <p:ph hasCustomPrompt="1" idx="6" type="title"/>
          </p:nvPr>
        </p:nvSpPr>
        <p:spPr>
          <a:xfrm>
            <a:off x="5803522" y="1487672"/>
            <a:ext cx="17670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19"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9"/>
          <p:cNvSpPr txBox="1"/>
          <p:nvPr>
            <p:ph idx="1" type="subTitle"/>
          </p:nvPr>
        </p:nvSpPr>
        <p:spPr>
          <a:xfrm>
            <a:off x="965321" y="1905300"/>
            <a:ext cx="23595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5" name="Google Shape;915;p39"/>
          <p:cNvSpPr txBox="1"/>
          <p:nvPr>
            <p:ph hasCustomPrompt="1" type="title"/>
          </p:nvPr>
        </p:nvSpPr>
        <p:spPr>
          <a:xfrm>
            <a:off x="965321" y="1062350"/>
            <a:ext cx="2359500" cy="76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6" name="Google Shape;916;p39"/>
          <p:cNvSpPr txBox="1"/>
          <p:nvPr>
            <p:ph idx="2" type="subTitle"/>
          </p:nvPr>
        </p:nvSpPr>
        <p:spPr>
          <a:xfrm>
            <a:off x="948600" y="3636300"/>
            <a:ext cx="23595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7" name="Google Shape;917;p39"/>
          <p:cNvSpPr txBox="1"/>
          <p:nvPr>
            <p:ph hasCustomPrompt="1" idx="3" type="title"/>
          </p:nvPr>
        </p:nvSpPr>
        <p:spPr>
          <a:xfrm>
            <a:off x="948600" y="2793275"/>
            <a:ext cx="2359500" cy="76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18" name="Google Shape;918;p39"/>
          <p:cNvSpPr txBox="1"/>
          <p:nvPr>
            <p:ph idx="4" type="subTitle"/>
          </p:nvPr>
        </p:nvSpPr>
        <p:spPr>
          <a:xfrm>
            <a:off x="5835900" y="3636300"/>
            <a:ext cx="23595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9" name="Google Shape;919;p39"/>
          <p:cNvSpPr txBox="1"/>
          <p:nvPr>
            <p:ph hasCustomPrompt="1" idx="5" type="title"/>
          </p:nvPr>
        </p:nvSpPr>
        <p:spPr>
          <a:xfrm>
            <a:off x="5835900" y="2793350"/>
            <a:ext cx="2359500" cy="76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920" name="Google Shape;920;p39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921" name="Google Shape;921;p3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4" name="Google Shape;924;p39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925" name="Google Shape;925;p3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28" name="Google Shape;928;p39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929" name="Google Shape;929;p3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32" name="Google Shape;932;p39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933" name="Google Shape;933;p3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6" name="Google Shape;936;p39"/>
          <p:cNvSpPr txBox="1"/>
          <p:nvPr>
            <p:ph idx="6" type="subTitle"/>
          </p:nvPr>
        </p:nvSpPr>
        <p:spPr>
          <a:xfrm>
            <a:off x="5835900" y="1905300"/>
            <a:ext cx="23595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7" name="Google Shape;937;p39"/>
          <p:cNvSpPr txBox="1"/>
          <p:nvPr>
            <p:ph hasCustomPrompt="1" idx="7" type="title"/>
          </p:nvPr>
        </p:nvSpPr>
        <p:spPr>
          <a:xfrm>
            <a:off x="5835900" y="1062350"/>
            <a:ext cx="2359500" cy="76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19_1"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0"/>
          <p:cNvSpPr txBox="1"/>
          <p:nvPr>
            <p:ph idx="1" type="subTitle"/>
          </p:nvPr>
        </p:nvSpPr>
        <p:spPr>
          <a:xfrm>
            <a:off x="1129480" y="2743911"/>
            <a:ext cx="6889800" cy="29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0" name="Google Shape;940;p40"/>
          <p:cNvSpPr txBox="1"/>
          <p:nvPr>
            <p:ph hasCustomPrompt="1" type="title"/>
          </p:nvPr>
        </p:nvSpPr>
        <p:spPr>
          <a:xfrm>
            <a:off x="1129475" y="2034100"/>
            <a:ext cx="6889800" cy="818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1" name="Google Shape;941;p40"/>
          <p:cNvSpPr txBox="1"/>
          <p:nvPr>
            <p:ph idx="2" type="subTitle"/>
          </p:nvPr>
        </p:nvSpPr>
        <p:spPr>
          <a:xfrm>
            <a:off x="1129474" y="3924089"/>
            <a:ext cx="4322100" cy="3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2" name="Google Shape;942;p40"/>
          <p:cNvSpPr txBox="1"/>
          <p:nvPr>
            <p:ph hasCustomPrompt="1" idx="3" type="title"/>
          </p:nvPr>
        </p:nvSpPr>
        <p:spPr>
          <a:xfrm>
            <a:off x="1129475" y="3214200"/>
            <a:ext cx="4322100" cy="818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43" name="Google Shape;943;p40"/>
          <p:cNvSpPr txBox="1"/>
          <p:nvPr>
            <p:ph idx="4" type="subTitle"/>
          </p:nvPr>
        </p:nvSpPr>
        <p:spPr>
          <a:xfrm>
            <a:off x="3697050" y="1482300"/>
            <a:ext cx="4322100" cy="3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4" name="Google Shape;944;p40"/>
          <p:cNvSpPr txBox="1"/>
          <p:nvPr>
            <p:ph hasCustomPrompt="1" idx="5" type="title"/>
          </p:nvPr>
        </p:nvSpPr>
        <p:spPr>
          <a:xfrm>
            <a:off x="3697050" y="791750"/>
            <a:ext cx="4322100" cy="818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945" name="Google Shape;945;p4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946" name="Google Shape;946;p4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4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4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49" name="Google Shape;949;p4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950" name="Google Shape;950;p4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4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4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3" name="Google Shape;953;p40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4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956" name="Google Shape;956;p41"/>
          <p:cNvSpPr txBox="1"/>
          <p:nvPr>
            <p:ph idx="2" type="title"/>
          </p:nvPr>
        </p:nvSpPr>
        <p:spPr>
          <a:xfrm>
            <a:off x="815400" y="1660725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7" name="Google Shape;957;p41"/>
          <p:cNvSpPr txBox="1"/>
          <p:nvPr>
            <p:ph idx="3" type="title"/>
          </p:nvPr>
        </p:nvSpPr>
        <p:spPr>
          <a:xfrm>
            <a:off x="3432075" y="1660700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8" name="Google Shape;958;p41"/>
          <p:cNvSpPr txBox="1"/>
          <p:nvPr>
            <p:ph idx="4" type="title"/>
          </p:nvPr>
        </p:nvSpPr>
        <p:spPr>
          <a:xfrm>
            <a:off x="6019850" y="1660700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9" name="Google Shape;959;p41"/>
          <p:cNvSpPr txBox="1"/>
          <p:nvPr>
            <p:ph idx="1" type="subTitle"/>
          </p:nvPr>
        </p:nvSpPr>
        <p:spPr>
          <a:xfrm>
            <a:off x="815550" y="2189418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0" name="Google Shape;960;p41"/>
          <p:cNvSpPr txBox="1"/>
          <p:nvPr>
            <p:ph idx="5" type="subTitle"/>
          </p:nvPr>
        </p:nvSpPr>
        <p:spPr>
          <a:xfrm>
            <a:off x="3432213" y="2189425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1" name="Google Shape;961;p41"/>
          <p:cNvSpPr txBox="1"/>
          <p:nvPr>
            <p:ph idx="6" type="subTitle"/>
          </p:nvPr>
        </p:nvSpPr>
        <p:spPr>
          <a:xfrm>
            <a:off x="6019850" y="2189425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2" name="Google Shape;962;p41"/>
          <p:cNvSpPr txBox="1"/>
          <p:nvPr>
            <p:ph idx="7" type="title"/>
          </p:nvPr>
        </p:nvSpPr>
        <p:spPr>
          <a:xfrm>
            <a:off x="815400" y="3138375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3" name="Google Shape;963;p41"/>
          <p:cNvSpPr txBox="1"/>
          <p:nvPr>
            <p:ph idx="8" type="title"/>
          </p:nvPr>
        </p:nvSpPr>
        <p:spPr>
          <a:xfrm>
            <a:off x="3432075" y="3138350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4" name="Google Shape;964;p41"/>
          <p:cNvSpPr txBox="1"/>
          <p:nvPr>
            <p:ph idx="9" type="title"/>
          </p:nvPr>
        </p:nvSpPr>
        <p:spPr>
          <a:xfrm>
            <a:off x="6019850" y="3138350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5" name="Google Shape;965;p41"/>
          <p:cNvSpPr txBox="1"/>
          <p:nvPr>
            <p:ph idx="13" type="subTitle"/>
          </p:nvPr>
        </p:nvSpPr>
        <p:spPr>
          <a:xfrm>
            <a:off x="815550" y="3667068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6" name="Google Shape;966;p41"/>
          <p:cNvSpPr txBox="1"/>
          <p:nvPr>
            <p:ph idx="14" type="subTitle"/>
          </p:nvPr>
        </p:nvSpPr>
        <p:spPr>
          <a:xfrm>
            <a:off x="3432213" y="3667075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7" name="Google Shape;967;p41"/>
          <p:cNvSpPr txBox="1"/>
          <p:nvPr>
            <p:ph idx="15" type="subTitle"/>
          </p:nvPr>
        </p:nvSpPr>
        <p:spPr>
          <a:xfrm>
            <a:off x="6019850" y="3667075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68" name="Google Shape;968;p4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969" name="Google Shape;969;p4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4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4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2" name="Google Shape;972;p41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973" name="Google Shape;973;p4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4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4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6" name="Google Shape;976;p4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977" name="Google Shape;977;p4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4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4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80" name="Google Shape;980;p4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981" name="Google Shape;981;p4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4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4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84" name="Google Shape;984;p41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17"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42"/>
          <p:cNvSpPr txBox="1"/>
          <p:nvPr>
            <p:ph type="title"/>
          </p:nvPr>
        </p:nvSpPr>
        <p:spPr>
          <a:xfrm>
            <a:off x="5273025" y="896400"/>
            <a:ext cx="3048300" cy="33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987" name="Google Shape;987;p42"/>
          <p:cNvGrpSpPr/>
          <p:nvPr/>
        </p:nvGrpSpPr>
        <p:grpSpPr>
          <a:xfrm>
            <a:off x="4675037" y="1648692"/>
            <a:ext cx="4108323" cy="3132999"/>
            <a:chOff x="5614975" y="2571738"/>
            <a:chExt cx="2725075" cy="2078413"/>
          </a:xfrm>
        </p:grpSpPr>
        <p:grpSp>
          <p:nvGrpSpPr>
            <p:cNvPr id="988" name="Google Shape;988;p42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989" name="Google Shape;989;p42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42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42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42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42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42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42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42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42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42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42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42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01" name="Google Shape;1001;p42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002" name="Google Shape;1002;p42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42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42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42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42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42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42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42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42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42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42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42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14" name="Google Shape;1014;p4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015" name="Google Shape;1015;p4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4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4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18" name="Google Shape;1018;p42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019" name="Google Shape;1019;p4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4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4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22" name="Google Shape;1022;p42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023" name="Google Shape;1023;p4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4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4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CUSTOM_18"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Google Shape;1027;p43"/>
          <p:cNvSpPr txBox="1"/>
          <p:nvPr>
            <p:ph type="title"/>
          </p:nvPr>
        </p:nvSpPr>
        <p:spPr>
          <a:xfrm>
            <a:off x="3795025" y="1271625"/>
            <a:ext cx="4629000" cy="19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28" name="Google Shape;1028;p43"/>
          <p:cNvSpPr txBox="1"/>
          <p:nvPr>
            <p:ph idx="1" type="subTitle"/>
          </p:nvPr>
        </p:nvSpPr>
        <p:spPr>
          <a:xfrm>
            <a:off x="4103250" y="3390475"/>
            <a:ext cx="3987600" cy="456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029" name="Google Shape;1029;p43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1030" name="Google Shape;1030;p43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1031" name="Google Shape;1031;p43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43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43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4" name="Google Shape;1034;p43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1035" name="Google Shape;1035;p43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43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43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38" name="Google Shape;1038;p43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1039" name="Google Shape;1039;p43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43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43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42" name="Google Shape;1042;p43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1043" name="Google Shape;1043;p43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43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43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CUSTOM_9"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4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1048" name="Google Shape;1048;p44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1049" name="Google Shape;1049;p44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050" name="Google Shape;1050;p44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44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44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44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44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44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6" name="Google Shape;1056;p44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7" name="Google Shape;1057;p44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44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9" name="Google Shape;1059;p44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0" name="Google Shape;1060;p44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1" name="Google Shape;1061;p44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62" name="Google Shape;1062;p44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063" name="Google Shape;1063;p44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4" name="Google Shape;1064;p44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5" name="Google Shape;1065;p44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6" name="Google Shape;1066;p44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7" name="Google Shape;1067;p44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8" name="Google Shape;1068;p44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9" name="Google Shape;1069;p44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0" name="Google Shape;1070;p44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44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44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44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44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075" name="Google Shape;1075;p4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076" name="Google Shape;1076;p4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4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4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79" name="Google Shape;1079;p4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080" name="Google Shape;1080;p4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4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4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3" name="Google Shape;1083;p4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084" name="Google Shape;1084;p4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4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4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9_1"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8" name="Google Shape;1088;p45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1089" name="Google Shape;1089;p45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1090" name="Google Shape;1090;p4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4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4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3" name="Google Shape;1093;p45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1094" name="Google Shape;1094;p4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4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4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97" name="Google Shape;1097;p45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1098" name="Google Shape;1098;p4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4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4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1" name="Google Shape;1101;p45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1102" name="Google Shape;1102;p4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4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4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05" name="Google Shape;1105;p4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106" name="Google Shape;1106;p45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_1_1"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8" name="Google Shape;1108;p46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1109" name="Google Shape;1109;p46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1110" name="Google Shape;1110;p4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4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4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3" name="Google Shape;1113;p46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1114" name="Google Shape;1114;p4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4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4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17" name="Google Shape;1117;p46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1118" name="Google Shape;1118;p4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4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4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21" name="Google Shape;1121;p46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1122" name="Google Shape;1122;p4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4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4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125" name="Google Shape;1125;p4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9_1_1_1"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4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128" name="Google Shape;1128;p47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grpSp>
        <p:nvGrpSpPr>
          <p:cNvPr id="1129" name="Google Shape;1129;p47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130" name="Google Shape;1130;p4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4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4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33" name="Google Shape;1133;p47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134" name="Google Shape;1134;p4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4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4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1"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8" name="Google Shape;1138;p48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1139" name="Google Shape;1139;p48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140" name="Google Shape;1140;p48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48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48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48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4" name="Google Shape;1144;p48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5" name="Google Shape;1145;p48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6" name="Google Shape;1146;p48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7" name="Google Shape;1147;p48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8" name="Google Shape;1148;p48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9" name="Google Shape;1149;p48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0" name="Google Shape;1150;p48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1" name="Google Shape;1151;p48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52" name="Google Shape;1152;p48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153" name="Google Shape;1153;p48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4" name="Google Shape;1154;p48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5" name="Google Shape;1155;p48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6" name="Google Shape;1156;p48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7" name="Google Shape;1157;p48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8" name="Google Shape;1158;p48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9" name="Google Shape;1159;p48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0" name="Google Shape;1160;p48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1" name="Google Shape;1161;p48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2" name="Google Shape;1162;p48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3" name="Google Shape;1163;p48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48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65" name="Google Shape;1165;p48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166" name="Google Shape;1166;p4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4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4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9" name="Google Shape;1169;p48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170" name="Google Shape;1170;p4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4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4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73" name="Google Shape;1173;p48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174" name="Google Shape;1174;p4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4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4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77" name="Google Shape;1177;p48"/>
          <p:cNvSpPr txBox="1"/>
          <p:nvPr>
            <p:ph type="title"/>
          </p:nvPr>
        </p:nvSpPr>
        <p:spPr>
          <a:xfrm>
            <a:off x="924875" y="781150"/>
            <a:ext cx="3068700" cy="10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7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78" name="Google Shape;1178;p48"/>
          <p:cNvSpPr txBox="1"/>
          <p:nvPr>
            <p:ph idx="1" type="subTitle"/>
          </p:nvPr>
        </p:nvSpPr>
        <p:spPr>
          <a:xfrm>
            <a:off x="924875" y="1827000"/>
            <a:ext cx="3305400" cy="10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179" name="Google Shape;1179;p48"/>
          <p:cNvSpPr txBox="1"/>
          <p:nvPr/>
        </p:nvSpPr>
        <p:spPr>
          <a:xfrm>
            <a:off x="924875" y="3493800"/>
            <a:ext cx="3476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CREDITS: This presentation template was created by </a:t>
            </a: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Source Code Pro Light"/>
                <a:ea typeface="Source Code Pro Light"/>
                <a:cs typeface="Source Code Pro Light"/>
                <a:sym typeface="Source Code Pro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, including icons by </a:t>
            </a: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Source Code Pro Light"/>
                <a:ea typeface="Source Code Pro Light"/>
                <a:cs typeface="Source Code Pro Light"/>
                <a:sym typeface="Source Code Pr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, and infographics &amp; images by </a:t>
            </a: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Source Code Pro Light"/>
                <a:ea typeface="Source Code Pro Light"/>
                <a:cs typeface="Source Code Pro Light"/>
                <a:sym typeface="Source Code Pr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9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2"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81" name="Google Shape;1181;p49"/>
          <p:cNvGrpSpPr/>
          <p:nvPr/>
        </p:nvGrpSpPr>
        <p:grpSpPr>
          <a:xfrm>
            <a:off x="179802" y="164163"/>
            <a:ext cx="8784400" cy="4781834"/>
            <a:chOff x="179802" y="164163"/>
            <a:chExt cx="8784400" cy="4781834"/>
          </a:xfrm>
        </p:grpSpPr>
        <p:grpSp>
          <p:nvGrpSpPr>
            <p:cNvPr id="1182" name="Google Shape;1182;p49"/>
            <p:cNvGrpSpPr/>
            <p:nvPr/>
          </p:nvGrpSpPr>
          <p:grpSpPr>
            <a:xfrm>
              <a:off x="8735377" y="164163"/>
              <a:ext cx="228825" cy="228825"/>
              <a:chOff x="3023950" y="3689950"/>
              <a:chExt cx="316100" cy="316100"/>
            </a:xfrm>
          </p:grpSpPr>
          <p:sp>
            <p:nvSpPr>
              <p:cNvPr id="1183" name="Google Shape;1183;p49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49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49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6" name="Google Shape;1186;p49"/>
            <p:cNvGrpSpPr/>
            <p:nvPr/>
          </p:nvGrpSpPr>
          <p:grpSpPr>
            <a:xfrm>
              <a:off x="179802" y="164163"/>
              <a:ext cx="228825" cy="228825"/>
              <a:chOff x="3023950" y="3689950"/>
              <a:chExt cx="316100" cy="316100"/>
            </a:xfrm>
          </p:grpSpPr>
          <p:sp>
            <p:nvSpPr>
              <p:cNvPr id="1187" name="Google Shape;1187;p49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49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49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90" name="Google Shape;1190;p49"/>
            <p:cNvGrpSpPr/>
            <p:nvPr/>
          </p:nvGrpSpPr>
          <p:grpSpPr>
            <a:xfrm>
              <a:off x="179802" y="4717140"/>
              <a:ext cx="228825" cy="228856"/>
              <a:chOff x="3023950" y="3689950"/>
              <a:chExt cx="316100" cy="316100"/>
            </a:xfrm>
          </p:grpSpPr>
          <p:sp>
            <p:nvSpPr>
              <p:cNvPr id="1191" name="Google Shape;1191;p49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49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49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194" name="Google Shape;1194;p49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1195" name="Google Shape;1195;p49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196" name="Google Shape;1196;p49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49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49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49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0" name="Google Shape;1200;p49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1" name="Google Shape;1201;p49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2" name="Google Shape;1202;p49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3" name="Google Shape;1203;p49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4" name="Google Shape;1204;p49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5" name="Google Shape;1205;p49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6" name="Google Shape;1206;p49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7" name="Google Shape;1207;p49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08" name="Google Shape;1208;p49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209" name="Google Shape;1209;p49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49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49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49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49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49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49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49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49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49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49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49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3"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2" name="Google Shape;1222;p5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223" name="Google Shape;1223;p5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5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5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26" name="Google Shape;1226;p50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227" name="Google Shape;1227;p5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5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5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0" name="Google Shape;1230;p5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231" name="Google Shape;1231;p5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5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5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34" name="Google Shape;1234;p5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235" name="Google Shape;1235;p5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5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5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8" name="Google Shape;1238;p50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4">
    <p:spTree>
      <p:nvGrpSpPr>
        <p:cNvPr id="1239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0" name="Google Shape;1240;p5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241" name="Google Shape;1241;p5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5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5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4" name="Google Shape;1244;p51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245" name="Google Shape;1245;p5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5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5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48" name="Google Shape;1248;p5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249" name="Google Shape;1249;p5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5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5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2" name="Google Shape;1252;p5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253" name="Google Shape;1253;p5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5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5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4_1"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7" name="Google Shape;1257;p5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258" name="Google Shape;1258;p5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5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5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61" name="Google Shape;1261;p52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262" name="Google Shape;1262;p5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5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5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54"/>
          <p:cNvSpPr txBox="1"/>
          <p:nvPr>
            <p:ph type="ctrTitle"/>
          </p:nvPr>
        </p:nvSpPr>
        <p:spPr>
          <a:xfrm>
            <a:off x="4694025" y="540000"/>
            <a:ext cx="3729900" cy="179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70" name="Google Shape;1270;p54"/>
          <p:cNvSpPr txBox="1"/>
          <p:nvPr>
            <p:ph idx="1" type="subTitle"/>
          </p:nvPr>
        </p:nvSpPr>
        <p:spPr>
          <a:xfrm>
            <a:off x="4292075" y="3776275"/>
            <a:ext cx="253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grpSp>
        <p:nvGrpSpPr>
          <p:cNvPr id="1271" name="Google Shape;1271;p54"/>
          <p:cNvGrpSpPr/>
          <p:nvPr/>
        </p:nvGrpSpPr>
        <p:grpSpPr>
          <a:xfrm>
            <a:off x="8672046" y="245581"/>
            <a:ext cx="228825" cy="4652346"/>
            <a:chOff x="8672046" y="245581"/>
            <a:chExt cx="228825" cy="4652346"/>
          </a:xfrm>
        </p:grpSpPr>
        <p:grpSp>
          <p:nvGrpSpPr>
            <p:cNvPr id="1272" name="Google Shape;1272;p54"/>
            <p:cNvGrpSpPr/>
            <p:nvPr/>
          </p:nvGrpSpPr>
          <p:grpSpPr>
            <a:xfrm>
              <a:off x="8672046" y="245581"/>
              <a:ext cx="228825" cy="228825"/>
              <a:chOff x="3023950" y="3689950"/>
              <a:chExt cx="316100" cy="316100"/>
            </a:xfrm>
          </p:grpSpPr>
          <p:sp>
            <p:nvSpPr>
              <p:cNvPr id="1273" name="Google Shape;1273;p54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4" name="Google Shape;1274;p54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5" name="Google Shape;1275;p54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76" name="Google Shape;1276;p54"/>
            <p:cNvGrpSpPr/>
            <p:nvPr/>
          </p:nvGrpSpPr>
          <p:grpSpPr>
            <a:xfrm>
              <a:off x="8672046" y="4669071"/>
              <a:ext cx="228825" cy="228856"/>
              <a:chOff x="3023950" y="3689950"/>
              <a:chExt cx="316100" cy="316100"/>
            </a:xfrm>
          </p:grpSpPr>
          <p:sp>
            <p:nvSpPr>
              <p:cNvPr id="1277" name="Google Shape;1277;p54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8" name="Google Shape;1278;p54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9" name="Google Shape;1279;p54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1" name="Google Shape;1281;p55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282" name="Google Shape;1282;p5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5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5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5" name="Google Shape;1285;p55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286" name="Google Shape;1286;p5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5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5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89" name="Google Shape;1289;p55"/>
          <p:cNvGrpSpPr/>
          <p:nvPr/>
        </p:nvGrpSpPr>
        <p:grpSpPr>
          <a:xfrm>
            <a:off x="245739" y="4669065"/>
            <a:ext cx="228825" cy="228856"/>
            <a:chOff x="3023950" y="3689950"/>
            <a:chExt cx="316100" cy="316100"/>
          </a:xfrm>
        </p:grpSpPr>
        <p:sp>
          <p:nvSpPr>
            <p:cNvPr id="1290" name="Google Shape;1290;p5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5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5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93" name="Google Shape;1293;p55"/>
          <p:cNvGrpSpPr/>
          <p:nvPr/>
        </p:nvGrpSpPr>
        <p:grpSpPr>
          <a:xfrm>
            <a:off x="4672726" y="1648692"/>
            <a:ext cx="4108323" cy="3132999"/>
            <a:chOff x="5614975" y="2571738"/>
            <a:chExt cx="2725075" cy="2078413"/>
          </a:xfrm>
        </p:grpSpPr>
        <p:grpSp>
          <p:nvGrpSpPr>
            <p:cNvPr id="1294" name="Google Shape;1294;p55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295" name="Google Shape;1295;p55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6" name="Google Shape;1296;p55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7" name="Google Shape;1297;p55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8" name="Google Shape;1298;p55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9" name="Google Shape;1299;p55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0" name="Google Shape;1300;p55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1" name="Google Shape;1301;p55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2" name="Google Shape;1302;p55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3" name="Google Shape;1303;p55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4" name="Google Shape;1304;p55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5" name="Google Shape;1305;p55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6" name="Google Shape;1306;p55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07" name="Google Shape;1307;p55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308" name="Google Shape;1308;p55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9" name="Google Shape;1309;p55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0" name="Google Shape;1310;p55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55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2" name="Google Shape;1312;p55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3" name="Google Shape;1313;p55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55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5" name="Google Shape;1315;p55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6" name="Google Shape;1316;p55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7" name="Google Shape;1317;p55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8" name="Google Shape;1318;p55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9" name="Google Shape;1319;p55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20" name="Google Shape;1320;p55"/>
          <p:cNvSpPr txBox="1"/>
          <p:nvPr>
            <p:ph hasCustomPrompt="1" type="title"/>
          </p:nvPr>
        </p:nvSpPr>
        <p:spPr>
          <a:xfrm>
            <a:off x="4064725" y="1001700"/>
            <a:ext cx="12702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321" name="Google Shape;1321;p55"/>
          <p:cNvSpPr txBox="1"/>
          <p:nvPr>
            <p:ph idx="2" type="title"/>
          </p:nvPr>
        </p:nvSpPr>
        <p:spPr>
          <a:xfrm>
            <a:off x="4064725" y="2285700"/>
            <a:ext cx="4359300" cy="7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2" name="Google Shape;1322;p55"/>
          <p:cNvSpPr txBox="1"/>
          <p:nvPr>
            <p:ph idx="1" type="subTitle"/>
          </p:nvPr>
        </p:nvSpPr>
        <p:spPr>
          <a:xfrm>
            <a:off x="4064725" y="3266100"/>
            <a:ext cx="43593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23" name="Shape 1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4" name="Google Shape;1324;p56"/>
          <p:cNvGrpSpPr/>
          <p:nvPr/>
        </p:nvGrpSpPr>
        <p:grpSpPr>
          <a:xfrm>
            <a:off x="4623226" y="329155"/>
            <a:ext cx="4189623" cy="3267308"/>
            <a:chOff x="4623226" y="329155"/>
            <a:chExt cx="4189623" cy="3267308"/>
          </a:xfrm>
        </p:grpSpPr>
        <p:grpSp>
          <p:nvGrpSpPr>
            <p:cNvPr id="1325" name="Google Shape;1325;p56"/>
            <p:cNvGrpSpPr/>
            <p:nvPr/>
          </p:nvGrpSpPr>
          <p:grpSpPr>
            <a:xfrm>
              <a:off x="8755334" y="585997"/>
              <a:ext cx="57515" cy="3010466"/>
              <a:chOff x="8301900" y="2571738"/>
              <a:chExt cx="38150" cy="1997125"/>
            </a:xfrm>
          </p:grpSpPr>
          <p:sp>
            <p:nvSpPr>
              <p:cNvPr id="1326" name="Google Shape;1326;p56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7" name="Google Shape;1327;p56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8" name="Google Shape;1328;p56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9" name="Google Shape;1329;p56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0" name="Google Shape;1330;p56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1" name="Google Shape;1331;p56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2" name="Google Shape;1332;p56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3" name="Google Shape;1333;p56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4" name="Google Shape;1334;p56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5" name="Google Shape;1335;p56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6" name="Google Shape;1336;p56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7" name="Google Shape;1337;p56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338" name="Google Shape;1338;p56"/>
            <p:cNvGrpSpPr/>
            <p:nvPr/>
          </p:nvGrpSpPr>
          <p:grpSpPr>
            <a:xfrm>
              <a:off x="4623226" y="329155"/>
              <a:ext cx="3915426" cy="61690"/>
              <a:chOff x="5614975" y="4609225"/>
              <a:chExt cx="2597125" cy="40925"/>
            </a:xfrm>
          </p:grpSpPr>
          <p:sp>
            <p:nvSpPr>
              <p:cNvPr id="1339" name="Google Shape;1339;p56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0" name="Google Shape;1340;p56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1" name="Google Shape;1341;p56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2" name="Google Shape;1342;p56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3" name="Google Shape;1343;p56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4" name="Google Shape;1344;p56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5" name="Google Shape;1345;p56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6" name="Google Shape;1346;p56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7" name="Google Shape;1347;p56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8" name="Google Shape;1348;p56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9" name="Google Shape;1349;p56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0" name="Google Shape;1350;p56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351" name="Google Shape;1351;p5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52" name="Google Shape;1352;p56"/>
          <p:cNvSpPr txBox="1"/>
          <p:nvPr>
            <p:ph idx="1" type="body"/>
          </p:nvPr>
        </p:nvSpPr>
        <p:spPr>
          <a:xfrm>
            <a:off x="720000" y="1225625"/>
            <a:ext cx="7704000" cy="3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AutoNum type="arabicPeriod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/>
        </p:txBody>
      </p:sp>
      <p:grpSp>
        <p:nvGrpSpPr>
          <p:cNvPr id="1353" name="Google Shape;1353;p56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354" name="Google Shape;1354;p5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5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5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7" name="Google Shape;1357;p56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358" name="Google Shape;1358;p5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5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5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1" name="Google Shape;1361;p56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362" name="Google Shape;1362;p5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5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5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5" name="Google Shape;1365;p56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366" name="Google Shape;1366;p5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5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5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0" name="Google Shape;1370;p57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371" name="Google Shape;1371;p5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5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5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4" name="Google Shape;1374;p57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375" name="Google Shape;1375;p5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5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5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78" name="Google Shape;1378;p57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379" name="Google Shape;1379;p5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5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5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82" name="Google Shape;1382;p57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383" name="Google Shape;1383;p5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5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5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86" name="Google Shape;1386;p5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387" name="Google Shape;1387;p57"/>
          <p:cNvSpPr txBox="1"/>
          <p:nvPr>
            <p:ph idx="1" type="subTitle"/>
          </p:nvPr>
        </p:nvSpPr>
        <p:spPr>
          <a:xfrm>
            <a:off x="567600" y="2042525"/>
            <a:ext cx="26967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1388" name="Google Shape;1388;p57"/>
          <p:cNvSpPr txBox="1"/>
          <p:nvPr>
            <p:ph idx="2" type="subTitle"/>
          </p:nvPr>
        </p:nvSpPr>
        <p:spPr>
          <a:xfrm>
            <a:off x="5879700" y="2042525"/>
            <a:ext cx="2696700" cy="371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0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1389" name="Google Shape;1389;p57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390" name="Google Shape;1390;p57"/>
          <p:cNvSpPr txBox="1"/>
          <p:nvPr>
            <p:ph idx="3" type="subTitle"/>
          </p:nvPr>
        </p:nvSpPr>
        <p:spPr>
          <a:xfrm>
            <a:off x="571500" y="2409825"/>
            <a:ext cx="2696700" cy="13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1" name="Google Shape;1391;p57"/>
          <p:cNvSpPr txBox="1"/>
          <p:nvPr>
            <p:ph idx="4" type="subTitle"/>
          </p:nvPr>
        </p:nvSpPr>
        <p:spPr>
          <a:xfrm>
            <a:off x="5875800" y="2409825"/>
            <a:ext cx="2696700" cy="13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5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grpSp>
        <p:nvGrpSpPr>
          <p:cNvPr id="1394" name="Google Shape;1394;p58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395" name="Google Shape;1395;p5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5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5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98" name="Google Shape;1398;p58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399" name="Google Shape;1399;p5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5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5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2" name="Google Shape;1402;p58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403" name="Google Shape;1403;p5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5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5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06" name="Google Shape;1406;p58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407" name="Google Shape;1407;p5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5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5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10" name="Google Shape;1410;p58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2" name="Google Shape;1412;p59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413" name="Google Shape;1413;p5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5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5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16" name="Google Shape;1416;p59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417" name="Google Shape;1417;p5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5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5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20" name="Google Shape;1420;p59"/>
          <p:cNvSpPr txBox="1"/>
          <p:nvPr>
            <p:ph type="title"/>
          </p:nvPr>
        </p:nvSpPr>
        <p:spPr>
          <a:xfrm>
            <a:off x="4809375" y="1324550"/>
            <a:ext cx="3614700" cy="85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21" name="Google Shape;1421;p59"/>
          <p:cNvSpPr txBox="1"/>
          <p:nvPr>
            <p:ph idx="1" type="subTitle"/>
          </p:nvPr>
        </p:nvSpPr>
        <p:spPr>
          <a:xfrm>
            <a:off x="4809375" y="2181400"/>
            <a:ext cx="3614700" cy="18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60"/>
          <p:cNvPicPr preferRelativeResize="0"/>
          <p:nvPr/>
        </p:nvPicPr>
        <p:blipFill rotWithShape="1">
          <a:blip r:embed="rId2">
            <a:alphaModFix/>
          </a:blip>
          <a:srcRect b="47925" l="0" r="0" t="0"/>
          <a:stretch/>
        </p:blipFill>
        <p:spPr>
          <a:xfrm>
            <a:off x="4046450" y="-507250"/>
            <a:ext cx="5853175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4" name="Google Shape;1424;p60"/>
          <p:cNvPicPr preferRelativeResize="0"/>
          <p:nvPr/>
        </p:nvPicPr>
        <p:blipFill rotWithShape="1">
          <a:blip r:embed="rId3">
            <a:alphaModFix/>
          </a:blip>
          <a:srcRect b="0" l="0" r="0" t="56399"/>
          <a:stretch/>
        </p:blipFill>
        <p:spPr>
          <a:xfrm>
            <a:off x="-1609725" y="3276600"/>
            <a:ext cx="6858000" cy="2242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60"/>
          <p:cNvSpPr txBox="1"/>
          <p:nvPr>
            <p:ph type="title"/>
          </p:nvPr>
        </p:nvSpPr>
        <p:spPr>
          <a:xfrm>
            <a:off x="720000" y="1924225"/>
            <a:ext cx="7704000" cy="84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26" name="Google Shape;1426;p60"/>
          <p:cNvSpPr txBox="1"/>
          <p:nvPr>
            <p:ph idx="1" type="subTitle"/>
          </p:nvPr>
        </p:nvSpPr>
        <p:spPr>
          <a:xfrm>
            <a:off x="2501100" y="3084800"/>
            <a:ext cx="4141800" cy="46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27" name="Google Shape;1427;p6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428" name="Google Shape;1428;p6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1" name="Google Shape;1431;p60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432" name="Google Shape;1432;p6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5" name="Google Shape;1435;p6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436" name="Google Shape;1436;p6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39" name="Google Shape;1439;p6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440" name="Google Shape;1440;p6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43" name="Google Shape;1443;p60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5" name="Google Shape;1445;p61"/>
          <p:cNvGrpSpPr/>
          <p:nvPr/>
        </p:nvGrpSpPr>
        <p:grpSpPr>
          <a:xfrm>
            <a:off x="8669664" y="4669088"/>
            <a:ext cx="228825" cy="228825"/>
            <a:chOff x="3023950" y="3689950"/>
            <a:chExt cx="316100" cy="316100"/>
          </a:xfrm>
        </p:grpSpPr>
        <p:sp>
          <p:nvSpPr>
            <p:cNvPr id="1446" name="Google Shape;1446;p6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49" name="Google Shape;1449;p61"/>
          <p:cNvGrpSpPr/>
          <p:nvPr/>
        </p:nvGrpSpPr>
        <p:grpSpPr>
          <a:xfrm>
            <a:off x="245739" y="4669088"/>
            <a:ext cx="228825" cy="228825"/>
            <a:chOff x="3023950" y="3689950"/>
            <a:chExt cx="316100" cy="316100"/>
          </a:xfrm>
        </p:grpSpPr>
        <p:sp>
          <p:nvSpPr>
            <p:cNvPr id="1450" name="Google Shape;1450;p6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53" name="Google Shape;1453;p61"/>
          <p:cNvSpPr txBox="1"/>
          <p:nvPr/>
        </p:nvSpPr>
        <p:spPr>
          <a:xfrm>
            <a:off x="2347175" y="245605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454" name="Google Shape;1454;p61"/>
          <p:cNvSpPr txBox="1"/>
          <p:nvPr>
            <p:ph type="title"/>
          </p:nvPr>
        </p:nvSpPr>
        <p:spPr>
          <a:xfrm>
            <a:off x="720000" y="1202100"/>
            <a:ext cx="36942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455" name="Google Shape;1455;p61"/>
          <p:cNvSpPr txBox="1"/>
          <p:nvPr>
            <p:ph idx="1" type="subTitle"/>
          </p:nvPr>
        </p:nvSpPr>
        <p:spPr>
          <a:xfrm>
            <a:off x="720000" y="1957800"/>
            <a:ext cx="3694200" cy="198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456" name="Shape 1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7" name="Google Shape;1457;p62"/>
          <p:cNvSpPr txBox="1"/>
          <p:nvPr>
            <p:ph idx="1" type="body"/>
          </p:nvPr>
        </p:nvSpPr>
        <p:spPr>
          <a:xfrm>
            <a:off x="873250" y="1551675"/>
            <a:ext cx="7397400" cy="186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Teko"/>
              <a:buNone/>
              <a:defRPr sz="6000">
                <a:latin typeface="Teko"/>
                <a:ea typeface="Teko"/>
                <a:cs typeface="Teko"/>
                <a:sym typeface="Teko"/>
              </a:defRPr>
            </a:lvl1pPr>
          </a:lstStyle>
          <a:p/>
        </p:txBody>
      </p:sp>
      <p:grpSp>
        <p:nvGrpSpPr>
          <p:cNvPr id="1458" name="Google Shape;1458;p6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459" name="Google Shape;1459;p6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2" name="Google Shape;1462;p62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463" name="Google Shape;1463;p6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66" name="Google Shape;1466;p62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467" name="Google Shape;1467;p6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70" name="Google Shape;1470;p62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471" name="Google Shape;1471;p6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74" name="Google Shape;1474;p62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63"/>
          <p:cNvSpPr txBox="1"/>
          <p:nvPr>
            <p:ph hasCustomPrompt="1" type="title"/>
          </p:nvPr>
        </p:nvSpPr>
        <p:spPr>
          <a:xfrm>
            <a:off x="720000" y="1973100"/>
            <a:ext cx="7704000" cy="115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477" name="Google Shape;1477;p63"/>
          <p:cNvSpPr txBox="1"/>
          <p:nvPr>
            <p:ph idx="1" type="subTitle"/>
          </p:nvPr>
        </p:nvSpPr>
        <p:spPr>
          <a:xfrm>
            <a:off x="1176750" y="3528075"/>
            <a:ext cx="6790500" cy="56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478" name="Google Shape;1478;p63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479" name="Google Shape;1479;p6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6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6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2" name="Google Shape;1482;p63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483" name="Google Shape;1483;p6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86" name="Google Shape;1486;p6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487" name="Google Shape;1487;p6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490" name="Google Shape;1490;p63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491" name="Google Shape;1491;p6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6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94" name="Google Shape;1494;p63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pic>
        <p:nvPicPr>
          <p:cNvPr id="1495" name="Google Shape;1495;p63"/>
          <p:cNvPicPr preferRelativeResize="0"/>
          <p:nvPr/>
        </p:nvPicPr>
        <p:blipFill rotWithShape="1">
          <a:blip r:embed="rId2">
            <a:alphaModFix/>
          </a:blip>
          <a:srcRect b="53188" l="0" r="0" t="0"/>
          <a:stretch/>
        </p:blipFill>
        <p:spPr>
          <a:xfrm>
            <a:off x="720000" y="-762000"/>
            <a:ext cx="6972300" cy="2447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6" name="Google Shape;1496;p63"/>
          <p:cNvPicPr preferRelativeResize="0"/>
          <p:nvPr/>
        </p:nvPicPr>
        <p:blipFill rotWithShape="1">
          <a:blip r:embed="rId2">
            <a:alphaModFix/>
          </a:blip>
          <a:srcRect b="53188" l="0" r="0" t="0"/>
          <a:stretch/>
        </p:blipFill>
        <p:spPr>
          <a:xfrm flipH="1">
            <a:off x="1176750" y="-863962"/>
            <a:ext cx="6972300" cy="2447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65"/>
          <p:cNvSpPr txBox="1"/>
          <p:nvPr>
            <p:ph type="title"/>
          </p:nvPr>
        </p:nvSpPr>
        <p:spPr>
          <a:xfrm>
            <a:off x="720000" y="540000"/>
            <a:ext cx="3852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00" name="Google Shape;1500;p65"/>
          <p:cNvSpPr txBox="1"/>
          <p:nvPr>
            <p:ph idx="1" type="subTitle"/>
          </p:nvPr>
        </p:nvSpPr>
        <p:spPr>
          <a:xfrm>
            <a:off x="685800" y="1919800"/>
            <a:ext cx="3852000" cy="26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1" name="Google Shape;1501;p65"/>
          <p:cNvSpPr txBox="1"/>
          <p:nvPr>
            <p:ph hasCustomPrompt="1" idx="2" type="title"/>
          </p:nvPr>
        </p:nvSpPr>
        <p:spPr>
          <a:xfrm>
            <a:off x="4567250" y="1359863"/>
            <a:ext cx="6168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02" name="Google Shape;1502;p65"/>
          <p:cNvSpPr txBox="1"/>
          <p:nvPr>
            <p:ph idx="3" type="subTitle"/>
          </p:nvPr>
        </p:nvSpPr>
        <p:spPr>
          <a:xfrm>
            <a:off x="2182500" y="1521713"/>
            <a:ext cx="2355300" cy="37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3" name="Google Shape;1503;p65"/>
          <p:cNvSpPr txBox="1"/>
          <p:nvPr>
            <p:ph idx="4" type="subTitle"/>
          </p:nvPr>
        </p:nvSpPr>
        <p:spPr>
          <a:xfrm>
            <a:off x="685800" y="2642188"/>
            <a:ext cx="3852000" cy="26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4" name="Google Shape;1504;p65"/>
          <p:cNvSpPr txBox="1"/>
          <p:nvPr>
            <p:ph hasCustomPrompt="1" idx="5" type="title"/>
          </p:nvPr>
        </p:nvSpPr>
        <p:spPr>
          <a:xfrm>
            <a:off x="4567250" y="2089600"/>
            <a:ext cx="6168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05" name="Google Shape;1505;p65"/>
          <p:cNvSpPr txBox="1"/>
          <p:nvPr>
            <p:ph idx="6" type="subTitle"/>
          </p:nvPr>
        </p:nvSpPr>
        <p:spPr>
          <a:xfrm>
            <a:off x="2182500" y="2258263"/>
            <a:ext cx="2355300" cy="37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6" name="Google Shape;1506;p65"/>
          <p:cNvSpPr txBox="1"/>
          <p:nvPr>
            <p:ph idx="7" type="subTitle"/>
          </p:nvPr>
        </p:nvSpPr>
        <p:spPr>
          <a:xfrm>
            <a:off x="685800" y="3385563"/>
            <a:ext cx="3852000" cy="26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7" name="Google Shape;1507;p65"/>
          <p:cNvSpPr txBox="1"/>
          <p:nvPr>
            <p:ph hasCustomPrompt="1" idx="8" type="title"/>
          </p:nvPr>
        </p:nvSpPr>
        <p:spPr>
          <a:xfrm>
            <a:off x="4567250" y="2832963"/>
            <a:ext cx="6168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08" name="Google Shape;1508;p65"/>
          <p:cNvSpPr txBox="1"/>
          <p:nvPr>
            <p:ph idx="9" type="subTitle"/>
          </p:nvPr>
        </p:nvSpPr>
        <p:spPr>
          <a:xfrm>
            <a:off x="2182500" y="2994813"/>
            <a:ext cx="2355300" cy="37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9" name="Google Shape;1509;p65"/>
          <p:cNvSpPr txBox="1"/>
          <p:nvPr>
            <p:ph idx="13" type="subTitle"/>
          </p:nvPr>
        </p:nvSpPr>
        <p:spPr>
          <a:xfrm>
            <a:off x="685800" y="4128938"/>
            <a:ext cx="3852000" cy="267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0" name="Google Shape;1510;p65"/>
          <p:cNvSpPr txBox="1"/>
          <p:nvPr>
            <p:ph hasCustomPrompt="1" idx="14" type="title"/>
          </p:nvPr>
        </p:nvSpPr>
        <p:spPr>
          <a:xfrm>
            <a:off x="4567250" y="3576338"/>
            <a:ext cx="6168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t>xx%</a:t>
            </a:r>
          </a:p>
        </p:txBody>
      </p:sp>
      <p:sp>
        <p:nvSpPr>
          <p:cNvPr id="1511" name="Google Shape;1511;p65"/>
          <p:cNvSpPr txBox="1"/>
          <p:nvPr>
            <p:ph idx="15" type="subTitle"/>
          </p:nvPr>
        </p:nvSpPr>
        <p:spPr>
          <a:xfrm>
            <a:off x="2182500" y="3738188"/>
            <a:ext cx="2355300" cy="377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0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12" name="Google Shape;1512;p65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513" name="Google Shape;1513;p6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16" name="Google Shape;1516;p65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517" name="Google Shape;1517;p6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0" name="Google Shape;1520;p65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521" name="Google Shape;1521;p6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4" name="Google Shape;1524;p65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525" name="Google Shape;1525;p6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28" name="Google Shape;1528;p65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6"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0" name="Google Shape;1530;p66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1531" name="Google Shape;1531;p66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1532" name="Google Shape;1532;p6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3" name="Google Shape;1533;p6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4" name="Google Shape;1534;p6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5" name="Google Shape;1535;p66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1536" name="Google Shape;1536;p6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7" name="Google Shape;1537;p6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8" name="Google Shape;1538;p6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39" name="Google Shape;1539;p66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1540" name="Google Shape;1540;p6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1" name="Google Shape;1541;p6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2" name="Google Shape;1542;p6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3" name="Google Shape;1543;p66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1544" name="Google Shape;1544;p66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5" name="Google Shape;1545;p66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6" name="Google Shape;1546;p66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547" name="Google Shape;1547;p66"/>
            <p:cNvSpPr txBox="1"/>
            <p:nvPr/>
          </p:nvSpPr>
          <p:spPr>
            <a:xfrm>
              <a:off x="2347050" y="4735330"/>
              <a:ext cx="4449900" cy="15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lt1"/>
                  </a:solidFill>
                  <a:latin typeface="Source Code Pro Light"/>
                  <a:ea typeface="Source Code Pro Light"/>
                  <a:cs typeface="Source Code Pro Light"/>
                  <a:sym typeface="Source Code Pro Light"/>
                </a:rPr>
                <a:t>003-1040559    1250 003-77156.8   1760 0009-14563.7   73273  </a:t>
              </a:r>
              <a:endParaRPr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endParaRPr>
            </a:p>
          </p:txBody>
        </p:sp>
      </p:grpSp>
      <p:sp>
        <p:nvSpPr>
          <p:cNvPr id="1548" name="Google Shape;1548;p66"/>
          <p:cNvSpPr txBox="1"/>
          <p:nvPr>
            <p:ph type="title"/>
          </p:nvPr>
        </p:nvSpPr>
        <p:spPr>
          <a:xfrm>
            <a:off x="1614900" y="1519311"/>
            <a:ext cx="2957100" cy="1305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9" name="Google Shape;1549;p66"/>
          <p:cNvSpPr txBox="1"/>
          <p:nvPr>
            <p:ph idx="1" type="subTitle"/>
          </p:nvPr>
        </p:nvSpPr>
        <p:spPr>
          <a:xfrm>
            <a:off x="1111800" y="3069461"/>
            <a:ext cx="3460200" cy="5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0" name="Google Shape;1550;p66"/>
          <p:cNvSpPr txBox="1"/>
          <p:nvPr>
            <p:ph hasCustomPrompt="1" idx="2" type="title"/>
          </p:nvPr>
        </p:nvSpPr>
        <p:spPr>
          <a:xfrm>
            <a:off x="6525300" y="3048336"/>
            <a:ext cx="13629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CUSTOM_16_1">
    <p:spTree>
      <p:nvGrpSpPr>
        <p:cNvPr id="155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2" name="Google Shape;1552;p67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1553" name="Google Shape;1553;p67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1554" name="Google Shape;1554;p67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5" name="Google Shape;1555;p67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6" name="Google Shape;1556;p67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57" name="Google Shape;1557;p67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1558" name="Google Shape;1558;p67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9" name="Google Shape;1559;p67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0" name="Google Shape;1560;p67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1" name="Google Shape;1561;p67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1562" name="Google Shape;1562;p67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3" name="Google Shape;1563;p67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4" name="Google Shape;1564;p67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65" name="Google Shape;1565;p67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1566" name="Google Shape;1566;p67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7" name="Google Shape;1567;p67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8" name="Google Shape;1568;p67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569" name="Google Shape;1569;p67"/>
          <p:cNvSpPr txBox="1"/>
          <p:nvPr>
            <p:ph type="title"/>
          </p:nvPr>
        </p:nvSpPr>
        <p:spPr>
          <a:xfrm>
            <a:off x="720000" y="2382300"/>
            <a:ext cx="3621000" cy="744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70" name="Google Shape;1570;p67"/>
          <p:cNvSpPr txBox="1"/>
          <p:nvPr>
            <p:ph idx="1" type="subTitle"/>
          </p:nvPr>
        </p:nvSpPr>
        <p:spPr>
          <a:xfrm>
            <a:off x="720000" y="3170700"/>
            <a:ext cx="3621000" cy="7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1" name="Google Shape;1571;p67"/>
          <p:cNvSpPr txBox="1"/>
          <p:nvPr>
            <p:ph hasCustomPrompt="1" idx="2" type="title"/>
          </p:nvPr>
        </p:nvSpPr>
        <p:spPr>
          <a:xfrm>
            <a:off x="2905500" y="1228200"/>
            <a:ext cx="14355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572" name="Google Shape;1572;p67"/>
          <p:cNvSpPr txBox="1"/>
          <p:nvPr/>
        </p:nvSpPr>
        <p:spPr>
          <a:xfrm>
            <a:off x="2347175" y="245605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16_1_1">
    <p:spTree>
      <p:nvGrpSpPr>
        <p:cNvPr id="1573" name="Shape 1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4" name="Google Shape;1574;p68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1575" name="Google Shape;1575;p68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1576" name="Google Shape;1576;p6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7" name="Google Shape;1577;p6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8" name="Google Shape;1578;p6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79" name="Google Shape;1579;p68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1580" name="Google Shape;1580;p6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1" name="Google Shape;1581;p6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2" name="Google Shape;1582;p6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3" name="Google Shape;1583;p68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1584" name="Google Shape;1584;p6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5" name="Google Shape;1585;p6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6" name="Google Shape;1586;p6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87" name="Google Shape;1587;p68"/>
            <p:cNvGrpSpPr/>
            <p:nvPr/>
          </p:nvGrpSpPr>
          <p:grpSpPr>
            <a:xfrm>
              <a:off x="4672726" y="1652797"/>
              <a:ext cx="4108323" cy="3132999"/>
              <a:chOff x="5614975" y="2571738"/>
              <a:chExt cx="2725075" cy="2078413"/>
            </a:xfrm>
          </p:grpSpPr>
          <p:grpSp>
            <p:nvGrpSpPr>
              <p:cNvPr id="1588" name="Google Shape;1588;p68"/>
              <p:cNvGrpSpPr/>
              <p:nvPr/>
            </p:nvGrpSpPr>
            <p:grpSpPr>
              <a:xfrm>
                <a:off x="8301900" y="2571738"/>
                <a:ext cx="38150" cy="1997125"/>
                <a:chOff x="8301900" y="2571738"/>
                <a:chExt cx="38150" cy="1997125"/>
              </a:xfrm>
            </p:grpSpPr>
            <p:sp>
              <p:nvSpPr>
                <p:cNvPr id="1589" name="Google Shape;1589;p68"/>
                <p:cNvSpPr/>
                <p:nvPr/>
              </p:nvSpPr>
              <p:spPr>
                <a:xfrm>
                  <a:off x="8305713" y="2571738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112"/>
                      </a:moveTo>
                      <a:cubicBezTo>
                        <a:pt x="416" y="112"/>
                        <a:pt x="472" y="112"/>
                        <a:pt x="500" y="167"/>
                      </a:cubicBezTo>
                      <a:cubicBezTo>
                        <a:pt x="527" y="223"/>
                        <a:pt x="555" y="278"/>
                        <a:pt x="555" y="361"/>
                      </a:cubicBezTo>
                      <a:cubicBezTo>
                        <a:pt x="555" y="389"/>
                        <a:pt x="555" y="417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66"/>
                        <a:pt x="527" y="722"/>
                        <a:pt x="500" y="777"/>
                      </a:cubicBezTo>
                      <a:cubicBezTo>
                        <a:pt x="472" y="805"/>
                        <a:pt x="416" y="833"/>
                        <a:pt x="333" y="833"/>
                      </a:cubicBezTo>
                      <a:cubicBezTo>
                        <a:pt x="278" y="833"/>
                        <a:pt x="222" y="805"/>
                        <a:pt x="195" y="777"/>
                      </a:cubicBezTo>
                      <a:cubicBezTo>
                        <a:pt x="167" y="722"/>
                        <a:pt x="139" y="666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3"/>
                        <a:pt x="195" y="167"/>
                      </a:cubicBezTo>
                      <a:cubicBezTo>
                        <a:pt x="222" y="112"/>
                        <a:pt x="278" y="112"/>
                        <a:pt x="333" y="112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29"/>
                        <a:pt x="111" y="84"/>
                      </a:cubicBezTo>
                      <a:cubicBezTo>
                        <a:pt x="56" y="167"/>
                        <a:pt x="28" y="250"/>
                        <a:pt x="28" y="361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3"/>
                      </a:cubicBezTo>
                      <a:cubicBezTo>
                        <a:pt x="139" y="916"/>
                        <a:pt x="222" y="944"/>
                        <a:pt x="333" y="944"/>
                      </a:cubicBezTo>
                      <a:cubicBezTo>
                        <a:pt x="472" y="944"/>
                        <a:pt x="555" y="916"/>
                        <a:pt x="583" y="833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8"/>
                        <a:pt x="694" y="472"/>
                      </a:cubicBezTo>
                      <a:cubicBezTo>
                        <a:pt x="694" y="417"/>
                        <a:pt x="666" y="389"/>
                        <a:pt x="666" y="361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9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0" name="Google Shape;1590;p68"/>
                <p:cNvSpPr/>
                <p:nvPr/>
              </p:nvSpPr>
              <p:spPr>
                <a:xfrm>
                  <a:off x="8302600" y="2966313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84"/>
                      </a:moveTo>
                      <a:cubicBezTo>
                        <a:pt x="416" y="84"/>
                        <a:pt x="472" y="111"/>
                        <a:pt x="500" y="167"/>
                      </a:cubicBezTo>
                      <a:cubicBezTo>
                        <a:pt x="527" y="222"/>
                        <a:pt x="555" y="278"/>
                        <a:pt x="555" y="361"/>
                      </a:cubicBezTo>
                      <a:cubicBezTo>
                        <a:pt x="555" y="389"/>
                        <a:pt x="555" y="416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38"/>
                        <a:pt x="527" y="721"/>
                        <a:pt x="500" y="749"/>
                      </a:cubicBezTo>
                      <a:cubicBezTo>
                        <a:pt x="472" y="805"/>
                        <a:pt x="416" y="832"/>
                        <a:pt x="333" y="832"/>
                      </a:cubicBezTo>
                      <a:cubicBezTo>
                        <a:pt x="278" y="832"/>
                        <a:pt x="222" y="805"/>
                        <a:pt x="195" y="749"/>
                      </a:cubicBezTo>
                      <a:cubicBezTo>
                        <a:pt x="167" y="721"/>
                        <a:pt x="139" y="638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2"/>
                        <a:pt x="195" y="167"/>
                      </a:cubicBezTo>
                      <a:cubicBezTo>
                        <a:pt x="222" y="111"/>
                        <a:pt x="278" y="84"/>
                        <a:pt x="333" y="84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28"/>
                        <a:pt x="111" y="84"/>
                      </a:cubicBezTo>
                      <a:cubicBezTo>
                        <a:pt x="56" y="167"/>
                        <a:pt x="28" y="250"/>
                        <a:pt x="28" y="333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2"/>
                      </a:cubicBezTo>
                      <a:cubicBezTo>
                        <a:pt x="139" y="915"/>
                        <a:pt x="222" y="943"/>
                        <a:pt x="333" y="943"/>
                      </a:cubicBezTo>
                      <a:cubicBezTo>
                        <a:pt x="472" y="943"/>
                        <a:pt x="555" y="915"/>
                        <a:pt x="583" y="832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7"/>
                        <a:pt x="694" y="472"/>
                      </a:cubicBezTo>
                      <a:cubicBezTo>
                        <a:pt x="694" y="416"/>
                        <a:pt x="666" y="361"/>
                        <a:pt x="666" y="333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8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1" name="Google Shape;1591;p68"/>
                <p:cNvSpPr/>
                <p:nvPr/>
              </p:nvSpPr>
              <p:spPr>
                <a:xfrm>
                  <a:off x="8302250" y="3360888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84"/>
                      </a:moveTo>
                      <a:cubicBezTo>
                        <a:pt x="416" y="84"/>
                        <a:pt x="472" y="112"/>
                        <a:pt x="500" y="167"/>
                      </a:cubicBezTo>
                      <a:cubicBezTo>
                        <a:pt x="527" y="223"/>
                        <a:pt x="555" y="278"/>
                        <a:pt x="555" y="361"/>
                      </a:cubicBezTo>
                      <a:cubicBezTo>
                        <a:pt x="555" y="389"/>
                        <a:pt x="555" y="417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38"/>
                        <a:pt x="527" y="722"/>
                        <a:pt x="500" y="749"/>
                      </a:cubicBezTo>
                      <a:cubicBezTo>
                        <a:pt x="472" y="805"/>
                        <a:pt x="416" y="833"/>
                        <a:pt x="333" y="833"/>
                      </a:cubicBezTo>
                      <a:cubicBezTo>
                        <a:pt x="278" y="833"/>
                        <a:pt x="222" y="805"/>
                        <a:pt x="195" y="749"/>
                      </a:cubicBezTo>
                      <a:cubicBezTo>
                        <a:pt x="167" y="722"/>
                        <a:pt x="139" y="638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3"/>
                        <a:pt x="195" y="167"/>
                      </a:cubicBezTo>
                      <a:cubicBezTo>
                        <a:pt x="222" y="112"/>
                        <a:pt x="278" y="84"/>
                        <a:pt x="333" y="84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29"/>
                        <a:pt x="111" y="84"/>
                      </a:cubicBezTo>
                      <a:cubicBezTo>
                        <a:pt x="56" y="167"/>
                        <a:pt x="28" y="250"/>
                        <a:pt x="28" y="334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3"/>
                      </a:cubicBezTo>
                      <a:cubicBezTo>
                        <a:pt x="139" y="916"/>
                        <a:pt x="222" y="943"/>
                        <a:pt x="333" y="943"/>
                      </a:cubicBezTo>
                      <a:cubicBezTo>
                        <a:pt x="472" y="943"/>
                        <a:pt x="555" y="916"/>
                        <a:pt x="583" y="833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8"/>
                        <a:pt x="694" y="472"/>
                      </a:cubicBezTo>
                      <a:cubicBezTo>
                        <a:pt x="694" y="417"/>
                        <a:pt x="666" y="361"/>
                        <a:pt x="666" y="334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9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2" name="Google Shape;1592;p68"/>
                <p:cNvSpPr/>
                <p:nvPr/>
              </p:nvSpPr>
              <p:spPr>
                <a:xfrm>
                  <a:off x="8301900" y="3755463"/>
                  <a:ext cx="17350" cy="23575"/>
                </a:xfrm>
                <a:custGeom>
                  <a:rect b="b" l="l" r="r" t="t"/>
                  <a:pathLst>
                    <a:path extrusionOk="0" h="943" w="694">
                      <a:moveTo>
                        <a:pt x="333" y="83"/>
                      </a:moveTo>
                      <a:cubicBezTo>
                        <a:pt x="416" y="83"/>
                        <a:pt x="472" y="111"/>
                        <a:pt x="500" y="166"/>
                      </a:cubicBezTo>
                      <a:cubicBezTo>
                        <a:pt x="527" y="222"/>
                        <a:pt x="555" y="277"/>
                        <a:pt x="555" y="361"/>
                      </a:cubicBezTo>
                      <a:cubicBezTo>
                        <a:pt x="555" y="388"/>
                        <a:pt x="555" y="416"/>
                        <a:pt x="555" y="471"/>
                      </a:cubicBezTo>
                      <a:cubicBezTo>
                        <a:pt x="555" y="499"/>
                        <a:pt x="555" y="555"/>
                        <a:pt x="555" y="582"/>
                      </a:cubicBezTo>
                      <a:cubicBezTo>
                        <a:pt x="555" y="638"/>
                        <a:pt x="527" y="721"/>
                        <a:pt x="500" y="749"/>
                      </a:cubicBezTo>
                      <a:cubicBezTo>
                        <a:pt x="472" y="804"/>
                        <a:pt x="416" y="832"/>
                        <a:pt x="333" y="832"/>
                      </a:cubicBezTo>
                      <a:cubicBezTo>
                        <a:pt x="278" y="832"/>
                        <a:pt x="222" y="804"/>
                        <a:pt x="195" y="749"/>
                      </a:cubicBezTo>
                      <a:cubicBezTo>
                        <a:pt x="167" y="721"/>
                        <a:pt x="139" y="638"/>
                        <a:pt x="139" y="582"/>
                      </a:cubicBezTo>
                      <a:lnTo>
                        <a:pt x="139" y="471"/>
                      </a:lnTo>
                      <a:lnTo>
                        <a:pt x="139" y="361"/>
                      </a:lnTo>
                      <a:cubicBezTo>
                        <a:pt x="139" y="277"/>
                        <a:pt x="167" y="222"/>
                        <a:pt x="195" y="166"/>
                      </a:cubicBezTo>
                      <a:cubicBezTo>
                        <a:pt x="222" y="111"/>
                        <a:pt x="278" y="83"/>
                        <a:pt x="333" y="83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28"/>
                        <a:pt x="111" y="83"/>
                      </a:cubicBezTo>
                      <a:cubicBezTo>
                        <a:pt x="56" y="166"/>
                        <a:pt x="28" y="250"/>
                        <a:pt x="28" y="333"/>
                      </a:cubicBezTo>
                      <a:lnTo>
                        <a:pt x="0" y="471"/>
                      </a:lnTo>
                      <a:lnTo>
                        <a:pt x="28" y="582"/>
                      </a:lnTo>
                      <a:cubicBezTo>
                        <a:pt x="28" y="693"/>
                        <a:pt x="56" y="776"/>
                        <a:pt x="111" y="832"/>
                      </a:cubicBezTo>
                      <a:cubicBezTo>
                        <a:pt x="139" y="915"/>
                        <a:pt x="222" y="943"/>
                        <a:pt x="333" y="943"/>
                      </a:cubicBezTo>
                      <a:cubicBezTo>
                        <a:pt x="472" y="943"/>
                        <a:pt x="555" y="915"/>
                        <a:pt x="583" y="832"/>
                      </a:cubicBezTo>
                      <a:cubicBezTo>
                        <a:pt x="638" y="776"/>
                        <a:pt x="666" y="693"/>
                        <a:pt x="666" y="582"/>
                      </a:cubicBezTo>
                      <a:cubicBezTo>
                        <a:pt x="666" y="555"/>
                        <a:pt x="694" y="527"/>
                        <a:pt x="694" y="471"/>
                      </a:cubicBezTo>
                      <a:cubicBezTo>
                        <a:pt x="694" y="416"/>
                        <a:pt x="666" y="361"/>
                        <a:pt x="666" y="333"/>
                      </a:cubicBezTo>
                      <a:cubicBezTo>
                        <a:pt x="666" y="250"/>
                        <a:pt x="638" y="166"/>
                        <a:pt x="583" y="83"/>
                      </a:cubicBezTo>
                      <a:cubicBezTo>
                        <a:pt x="555" y="28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3" name="Google Shape;1593;p68"/>
                <p:cNvSpPr/>
                <p:nvPr/>
              </p:nvSpPr>
              <p:spPr>
                <a:xfrm>
                  <a:off x="8302600" y="4150013"/>
                  <a:ext cx="17350" cy="24275"/>
                </a:xfrm>
                <a:custGeom>
                  <a:rect b="b" l="l" r="r" t="t"/>
                  <a:pathLst>
                    <a:path extrusionOk="0" h="971" w="694">
                      <a:moveTo>
                        <a:pt x="333" y="111"/>
                      </a:moveTo>
                      <a:cubicBezTo>
                        <a:pt x="416" y="111"/>
                        <a:pt x="472" y="139"/>
                        <a:pt x="500" y="194"/>
                      </a:cubicBezTo>
                      <a:cubicBezTo>
                        <a:pt x="527" y="222"/>
                        <a:pt x="555" y="305"/>
                        <a:pt x="555" y="388"/>
                      </a:cubicBezTo>
                      <a:cubicBezTo>
                        <a:pt x="555" y="388"/>
                        <a:pt x="555" y="444"/>
                        <a:pt x="555" y="471"/>
                      </a:cubicBezTo>
                      <a:cubicBezTo>
                        <a:pt x="555" y="527"/>
                        <a:pt x="555" y="582"/>
                        <a:pt x="555" y="582"/>
                      </a:cubicBezTo>
                      <a:cubicBezTo>
                        <a:pt x="555" y="665"/>
                        <a:pt x="527" y="749"/>
                        <a:pt x="500" y="776"/>
                      </a:cubicBezTo>
                      <a:cubicBezTo>
                        <a:pt x="472" y="832"/>
                        <a:pt x="416" y="860"/>
                        <a:pt x="333" y="860"/>
                      </a:cubicBezTo>
                      <a:cubicBezTo>
                        <a:pt x="278" y="860"/>
                        <a:pt x="222" y="832"/>
                        <a:pt x="195" y="776"/>
                      </a:cubicBezTo>
                      <a:cubicBezTo>
                        <a:pt x="167" y="749"/>
                        <a:pt x="139" y="665"/>
                        <a:pt x="139" y="582"/>
                      </a:cubicBezTo>
                      <a:lnTo>
                        <a:pt x="139" y="471"/>
                      </a:lnTo>
                      <a:lnTo>
                        <a:pt x="139" y="388"/>
                      </a:lnTo>
                      <a:cubicBezTo>
                        <a:pt x="139" y="305"/>
                        <a:pt x="167" y="222"/>
                        <a:pt x="195" y="194"/>
                      </a:cubicBezTo>
                      <a:cubicBezTo>
                        <a:pt x="222" y="139"/>
                        <a:pt x="278" y="111"/>
                        <a:pt x="333" y="111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55"/>
                        <a:pt x="111" y="111"/>
                      </a:cubicBezTo>
                      <a:cubicBezTo>
                        <a:pt x="56" y="166"/>
                        <a:pt x="28" y="277"/>
                        <a:pt x="28" y="360"/>
                      </a:cubicBezTo>
                      <a:lnTo>
                        <a:pt x="0" y="499"/>
                      </a:lnTo>
                      <a:lnTo>
                        <a:pt x="28" y="610"/>
                      </a:lnTo>
                      <a:cubicBezTo>
                        <a:pt x="28" y="721"/>
                        <a:pt x="56" y="804"/>
                        <a:pt x="111" y="860"/>
                      </a:cubicBezTo>
                      <a:cubicBezTo>
                        <a:pt x="139" y="915"/>
                        <a:pt x="222" y="970"/>
                        <a:pt x="333" y="970"/>
                      </a:cubicBezTo>
                      <a:cubicBezTo>
                        <a:pt x="472" y="970"/>
                        <a:pt x="555" y="915"/>
                        <a:pt x="583" y="860"/>
                      </a:cubicBezTo>
                      <a:cubicBezTo>
                        <a:pt x="638" y="804"/>
                        <a:pt x="666" y="721"/>
                        <a:pt x="666" y="610"/>
                      </a:cubicBezTo>
                      <a:cubicBezTo>
                        <a:pt x="666" y="582"/>
                        <a:pt x="694" y="527"/>
                        <a:pt x="694" y="499"/>
                      </a:cubicBezTo>
                      <a:cubicBezTo>
                        <a:pt x="694" y="444"/>
                        <a:pt x="666" y="388"/>
                        <a:pt x="666" y="360"/>
                      </a:cubicBezTo>
                      <a:cubicBezTo>
                        <a:pt x="666" y="277"/>
                        <a:pt x="638" y="166"/>
                        <a:pt x="583" y="111"/>
                      </a:cubicBezTo>
                      <a:cubicBezTo>
                        <a:pt x="555" y="55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4" name="Google Shape;1594;p68"/>
                <p:cNvSpPr/>
                <p:nvPr/>
              </p:nvSpPr>
              <p:spPr>
                <a:xfrm>
                  <a:off x="8301900" y="4545263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112"/>
                      </a:moveTo>
                      <a:cubicBezTo>
                        <a:pt x="416" y="112"/>
                        <a:pt x="472" y="139"/>
                        <a:pt x="500" y="195"/>
                      </a:cubicBezTo>
                      <a:cubicBezTo>
                        <a:pt x="527" y="222"/>
                        <a:pt x="555" y="306"/>
                        <a:pt x="555" y="361"/>
                      </a:cubicBezTo>
                      <a:cubicBezTo>
                        <a:pt x="555" y="389"/>
                        <a:pt x="555" y="444"/>
                        <a:pt x="555" y="472"/>
                      </a:cubicBezTo>
                      <a:cubicBezTo>
                        <a:pt x="555" y="527"/>
                        <a:pt x="555" y="555"/>
                        <a:pt x="555" y="583"/>
                      </a:cubicBezTo>
                      <a:cubicBezTo>
                        <a:pt x="555" y="666"/>
                        <a:pt x="527" y="749"/>
                        <a:pt x="500" y="777"/>
                      </a:cubicBezTo>
                      <a:cubicBezTo>
                        <a:pt x="472" y="832"/>
                        <a:pt x="416" y="860"/>
                        <a:pt x="333" y="860"/>
                      </a:cubicBezTo>
                      <a:cubicBezTo>
                        <a:pt x="278" y="860"/>
                        <a:pt x="222" y="832"/>
                        <a:pt x="195" y="777"/>
                      </a:cubicBezTo>
                      <a:cubicBezTo>
                        <a:pt x="167" y="749"/>
                        <a:pt x="139" y="666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306"/>
                        <a:pt x="167" y="222"/>
                        <a:pt x="195" y="195"/>
                      </a:cubicBezTo>
                      <a:cubicBezTo>
                        <a:pt x="222" y="139"/>
                        <a:pt x="278" y="112"/>
                        <a:pt x="333" y="112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56"/>
                        <a:pt x="111" y="112"/>
                      </a:cubicBezTo>
                      <a:cubicBezTo>
                        <a:pt x="56" y="167"/>
                        <a:pt x="28" y="250"/>
                        <a:pt x="28" y="361"/>
                      </a:cubicBezTo>
                      <a:lnTo>
                        <a:pt x="0" y="472"/>
                      </a:lnTo>
                      <a:lnTo>
                        <a:pt x="28" y="611"/>
                      </a:lnTo>
                      <a:cubicBezTo>
                        <a:pt x="28" y="694"/>
                        <a:pt x="56" y="805"/>
                        <a:pt x="111" y="860"/>
                      </a:cubicBezTo>
                      <a:cubicBezTo>
                        <a:pt x="139" y="916"/>
                        <a:pt x="222" y="943"/>
                        <a:pt x="333" y="943"/>
                      </a:cubicBezTo>
                      <a:cubicBezTo>
                        <a:pt x="472" y="943"/>
                        <a:pt x="555" y="916"/>
                        <a:pt x="583" y="860"/>
                      </a:cubicBezTo>
                      <a:cubicBezTo>
                        <a:pt x="638" y="805"/>
                        <a:pt x="666" y="694"/>
                        <a:pt x="666" y="611"/>
                      </a:cubicBezTo>
                      <a:cubicBezTo>
                        <a:pt x="666" y="583"/>
                        <a:pt x="694" y="527"/>
                        <a:pt x="694" y="472"/>
                      </a:cubicBezTo>
                      <a:cubicBezTo>
                        <a:pt x="694" y="444"/>
                        <a:pt x="666" y="389"/>
                        <a:pt x="666" y="361"/>
                      </a:cubicBezTo>
                      <a:cubicBezTo>
                        <a:pt x="666" y="250"/>
                        <a:pt x="638" y="167"/>
                        <a:pt x="583" y="112"/>
                      </a:cubicBezTo>
                      <a:cubicBezTo>
                        <a:pt x="555" y="56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5" name="Google Shape;1595;p68"/>
                <p:cNvSpPr/>
                <p:nvPr/>
              </p:nvSpPr>
              <p:spPr>
                <a:xfrm>
                  <a:off x="8325813" y="2571738"/>
                  <a:ext cx="10425" cy="22900"/>
                </a:xfrm>
                <a:custGeom>
                  <a:rect b="b" l="l" r="r" t="t"/>
                  <a:pathLst>
                    <a:path extrusionOk="0" h="916" w="417">
                      <a:moveTo>
                        <a:pt x="333" y="1"/>
                      </a:moveTo>
                      <a:cubicBezTo>
                        <a:pt x="306" y="1"/>
                        <a:pt x="306" y="1"/>
                        <a:pt x="278" y="29"/>
                      </a:cubicBezTo>
                      <a:lnTo>
                        <a:pt x="1" y="250"/>
                      </a:lnTo>
                      <a:cubicBezTo>
                        <a:pt x="1" y="278"/>
                        <a:pt x="1" y="278"/>
                        <a:pt x="1" y="278"/>
                      </a:cubicBezTo>
                      <a:lnTo>
                        <a:pt x="28" y="306"/>
                      </a:lnTo>
                      <a:cubicBezTo>
                        <a:pt x="28" y="334"/>
                        <a:pt x="56" y="334"/>
                        <a:pt x="56" y="334"/>
                      </a:cubicBezTo>
                      <a:lnTo>
                        <a:pt x="84" y="334"/>
                      </a:lnTo>
                      <a:lnTo>
                        <a:pt x="306" y="167"/>
                      </a:lnTo>
                      <a:lnTo>
                        <a:pt x="306" y="888"/>
                      </a:lnTo>
                      <a:cubicBezTo>
                        <a:pt x="306" y="916"/>
                        <a:pt x="306" y="916"/>
                        <a:pt x="306" y="916"/>
                      </a:cubicBezTo>
                      <a:lnTo>
                        <a:pt x="416" y="916"/>
                      </a:lnTo>
                      <a:cubicBezTo>
                        <a:pt x="416" y="916"/>
                        <a:pt x="416" y="916"/>
                        <a:pt x="416" y="888"/>
                      </a:cubicBezTo>
                      <a:lnTo>
                        <a:pt x="416" y="29"/>
                      </a:lnTo>
                      <a:cubicBezTo>
                        <a:pt x="389" y="1"/>
                        <a:pt x="389" y="1"/>
                        <a:pt x="38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6" name="Google Shape;1596;p68"/>
                <p:cNvSpPr/>
                <p:nvPr/>
              </p:nvSpPr>
              <p:spPr>
                <a:xfrm>
                  <a:off x="8323400" y="2966303"/>
                  <a:ext cx="15950" cy="22900"/>
                </a:xfrm>
                <a:custGeom>
                  <a:rect b="b" l="l" r="r" t="t"/>
                  <a:pathLst>
                    <a:path extrusionOk="0" h="916" w="638">
                      <a:moveTo>
                        <a:pt x="305" y="0"/>
                      </a:moveTo>
                      <a:cubicBezTo>
                        <a:pt x="250" y="0"/>
                        <a:pt x="194" y="0"/>
                        <a:pt x="139" y="28"/>
                      </a:cubicBezTo>
                      <a:cubicBezTo>
                        <a:pt x="111" y="56"/>
                        <a:pt x="83" y="84"/>
                        <a:pt x="56" y="139"/>
                      </a:cubicBezTo>
                      <a:cubicBezTo>
                        <a:pt x="28" y="167"/>
                        <a:pt x="0" y="222"/>
                        <a:pt x="0" y="278"/>
                      </a:cubicBezTo>
                      <a:lnTo>
                        <a:pt x="28" y="278"/>
                      </a:lnTo>
                      <a:cubicBezTo>
                        <a:pt x="28" y="305"/>
                        <a:pt x="28" y="305"/>
                        <a:pt x="28" y="305"/>
                      </a:cubicBezTo>
                      <a:lnTo>
                        <a:pt x="111" y="305"/>
                      </a:lnTo>
                      <a:cubicBezTo>
                        <a:pt x="111" y="305"/>
                        <a:pt x="111" y="305"/>
                        <a:pt x="111" y="278"/>
                      </a:cubicBezTo>
                      <a:lnTo>
                        <a:pt x="139" y="278"/>
                      </a:lnTo>
                      <a:cubicBezTo>
                        <a:pt x="139" y="222"/>
                        <a:pt x="167" y="167"/>
                        <a:pt x="194" y="139"/>
                      </a:cubicBezTo>
                      <a:cubicBezTo>
                        <a:pt x="222" y="111"/>
                        <a:pt x="250" y="84"/>
                        <a:pt x="305" y="84"/>
                      </a:cubicBezTo>
                      <a:cubicBezTo>
                        <a:pt x="361" y="84"/>
                        <a:pt x="416" y="111"/>
                        <a:pt x="444" y="139"/>
                      </a:cubicBezTo>
                      <a:cubicBezTo>
                        <a:pt x="472" y="167"/>
                        <a:pt x="472" y="222"/>
                        <a:pt x="472" y="250"/>
                      </a:cubicBezTo>
                      <a:cubicBezTo>
                        <a:pt x="472" y="305"/>
                        <a:pt x="472" y="333"/>
                        <a:pt x="444" y="361"/>
                      </a:cubicBezTo>
                      <a:cubicBezTo>
                        <a:pt x="416" y="416"/>
                        <a:pt x="388" y="444"/>
                        <a:pt x="305" y="500"/>
                      </a:cubicBezTo>
                      <a:lnTo>
                        <a:pt x="28" y="805"/>
                      </a:lnTo>
                      <a:cubicBezTo>
                        <a:pt x="0" y="805"/>
                        <a:pt x="0" y="832"/>
                        <a:pt x="0" y="860"/>
                      </a:cubicBezTo>
                      <a:lnTo>
                        <a:pt x="0" y="888"/>
                      </a:lnTo>
                      <a:cubicBezTo>
                        <a:pt x="0" y="888"/>
                        <a:pt x="0" y="915"/>
                        <a:pt x="0" y="915"/>
                      </a:cubicBezTo>
                      <a:lnTo>
                        <a:pt x="610" y="915"/>
                      </a:lnTo>
                      <a:cubicBezTo>
                        <a:pt x="638" y="915"/>
                        <a:pt x="638" y="888"/>
                        <a:pt x="638" y="888"/>
                      </a:cubicBezTo>
                      <a:lnTo>
                        <a:pt x="638" y="832"/>
                      </a:lnTo>
                      <a:lnTo>
                        <a:pt x="610" y="832"/>
                      </a:lnTo>
                      <a:cubicBezTo>
                        <a:pt x="610" y="805"/>
                        <a:pt x="610" y="805"/>
                        <a:pt x="610" y="805"/>
                      </a:cubicBezTo>
                      <a:lnTo>
                        <a:pt x="194" y="805"/>
                      </a:lnTo>
                      <a:lnTo>
                        <a:pt x="444" y="555"/>
                      </a:lnTo>
                      <a:cubicBezTo>
                        <a:pt x="499" y="500"/>
                        <a:pt x="555" y="444"/>
                        <a:pt x="582" y="416"/>
                      </a:cubicBezTo>
                      <a:cubicBezTo>
                        <a:pt x="610" y="361"/>
                        <a:pt x="610" y="305"/>
                        <a:pt x="610" y="250"/>
                      </a:cubicBezTo>
                      <a:cubicBezTo>
                        <a:pt x="610" y="195"/>
                        <a:pt x="582" y="111"/>
                        <a:pt x="527" y="56"/>
                      </a:cubicBezTo>
                      <a:cubicBezTo>
                        <a:pt x="499" y="0"/>
                        <a:pt x="416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7" name="Google Shape;1597;p68"/>
                <p:cNvSpPr/>
                <p:nvPr/>
              </p:nvSpPr>
              <p:spPr>
                <a:xfrm>
                  <a:off x="8323050" y="3360868"/>
                  <a:ext cx="16650" cy="23600"/>
                </a:xfrm>
                <a:custGeom>
                  <a:rect b="b" l="l" r="r" t="t"/>
                  <a:pathLst>
                    <a:path extrusionOk="0" h="944" w="666">
                      <a:moveTo>
                        <a:pt x="28" y="1"/>
                      </a:moveTo>
                      <a:cubicBezTo>
                        <a:pt x="28" y="29"/>
                        <a:pt x="28" y="29"/>
                        <a:pt x="28" y="29"/>
                      </a:cubicBezTo>
                      <a:lnTo>
                        <a:pt x="28" y="84"/>
                      </a:lnTo>
                      <a:cubicBezTo>
                        <a:pt x="28" y="84"/>
                        <a:pt x="28" y="84"/>
                        <a:pt x="28" y="112"/>
                      </a:cubicBezTo>
                      <a:lnTo>
                        <a:pt x="444" y="112"/>
                      </a:lnTo>
                      <a:lnTo>
                        <a:pt x="194" y="389"/>
                      </a:lnTo>
                      <a:cubicBezTo>
                        <a:pt x="194" y="417"/>
                        <a:pt x="167" y="417"/>
                        <a:pt x="167" y="417"/>
                      </a:cubicBezTo>
                      <a:lnTo>
                        <a:pt x="167" y="472"/>
                      </a:lnTo>
                      <a:lnTo>
                        <a:pt x="194" y="472"/>
                      </a:lnTo>
                      <a:cubicBezTo>
                        <a:pt x="194" y="500"/>
                        <a:pt x="194" y="500"/>
                        <a:pt x="194" y="500"/>
                      </a:cubicBezTo>
                      <a:lnTo>
                        <a:pt x="333" y="500"/>
                      </a:lnTo>
                      <a:cubicBezTo>
                        <a:pt x="472" y="500"/>
                        <a:pt x="527" y="555"/>
                        <a:pt x="527" y="666"/>
                      </a:cubicBezTo>
                      <a:cubicBezTo>
                        <a:pt x="527" y="722"/>
                        <a:pt x="499" y="749"/>
                        <a:pt x="472" y="777"/>
                      </a:cubicBezTo>
                      <a:cubicBezTo>
                        <a:pt x="444" y="805"/>
                        <a:pt x="388" y="833"/>
                        <a:pt x="333" y="833"/>
                      </a:cubicBezTo>
                      <a:cubicBezTo>
                        <a:pt x="278" y="833"/>
                        <a:pt x="222" y="833"/>
                        <a:pt x="194" y="805"/>
                      </a:cubicBezTo>
                      <a:cubicBezTo>
                        <a:pt x="139" y="777"/>
                        <a:pt x="111" y="749"/>
                        <a:pt x="111" y="694"/>
                      </a:cubicBezTo>
                      <a:cubicBezTo>
                        <a:pt x="83" y="666"/>
                        <a:pt x="83" y="666"/>
                        <a:pt x="83" y="666"/>
                      </a:cubicBezTo>
                      <a:lnTo>
                        <a:pt x="28" y="666"/>
                      </a:lnTo>
                      <a:cubicBezTo>
                        <a:pt x="0" y="666"/>
                        <a:pt x="0" y="666"/>
                        <a:pt x="0" y="694"/>
                      </a:cubicBezTo>
                      <a:cubicBezTo>
                        <a:pt x="0" y="749"/>
                        <a:pt x="0" y="777"/>
                        <a:pt x="28" y="805"/>
                      </a:cubicBezTo>
                      <a:cubicBezTo>
                        <a:pt x="56" y="860"/>
                        <a:pt x="83" y="888"/>
                        <a:pt x="139" y="916"/>
                      </a:cubicBezTo>
                      <a:cubicBezTo>
                        <a:pt x="194" y="916"/>
                        <a:pt x="250" y="943"/>
                        <a:pt x="333" y="943"/>
                      </a:cubicBezTo>
                      <a:cubicBezTo>
                        <a:pt x="388" y="943"/>
                        <a:pt x="444" y="916"/>
                        <a:pt x="499" y="916"/>
                      </a:cubicBezTo>
                      <a:cubicBezTo>
                        <a:pt x="555" y="888"/>
                        <a:pt x="582" y="860"/>
                        <a:pt x="610" y="805"/>
                      </a:cubicBezTo>
                      <a:cubicBezTo>
                        <a:pt x="638" y="777"/>
                        <a:pt x="666" y="722"/>
                        <a:pt x="666" y="666"/>
                      </a:cubicBezTo>
                      <a:cubicBezTo>
                        <a:pt x="666" y="583"/>
                        <a:pt x="638" y="500"/>
                        <a:pt x="582" y="472"/>
                      </a:cubicBezTo>
                      <a:cubicBezTo>
                        <a:pt x="527" y="417"/>
                        <a:pt x="444" y="389"/>
                        <a:pt x="361" y="389"/>
                      </a:cubicBezTo>
                      <a:lnTo>
                        <a:pt x="333" y="389"/>
                      </a:lnTo>
                      <a:lnTo>
                        <a:pt x="610" y="112"/>
                      </a:lnTo>
                      <a:cubicBezTo>
                        <a:pt x="610" y="84"/>
                        <a:pt x="610" y="84"/>
                        <a:pt x="610" y="84"/>
                      </a:cubicBezTo>
                      <a:lnTo>
                        <a:pt x="610" y="29"/>
                      </a:lnTo>
                      <a:cubicBezTo>
                        <a:pt x="610" y="29"/>
                        <a:pt x="610" y="29"/>
                        <a:pt x="61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8" name="Google Shape;1598;p68"/>
                <p:cNvSpPr/>
                <p:nvPr/>
              </p:nvSpPr>
              <p:spPr>
                <a:xfrm>
                  <a:off x="8322000" y="3756132"/>
                  <a:ext cx="18050" cy="22900"/>
                </a:xfrm>
                <a:custGeom>
                  <a:rect b="b" l="l" r="r" t="t"/>
                  <a:pathLst>
                    <a:path extrusionOk="0" h="916" w="722">
                      <a:moveTo>
                        <a:pt x="444" y="139"/>
                      </a:moveTo>
                      <a:lnTo>
                        <a:pt x="444" y="582"/>
                      </a:lnTo>
                      <a:lnTo>
                        <a:pt x="139" y="582"/>
                      </a:lnTo>
                      <a:lnTo>
                        <a:pt x="444" y="139"/>
                      </a:lnTo>
                      <a:close/>
                      <a:moveTo>
                        <a:pt x="416" y="0"/>
                      </a:moveTo>
                      <a:cubicBezTo>
                        <a:pt x="416" y="0"/>
                        <a:pt x="416" y="28"/>
                        <a:pt x="416" y="28"/>
                      </a:cubicBezTo>
                      <a:lnTo>
                        <a:pt x="1" y="582"/>
                      </a:lnTo>
                      <a:cubicBezTo>
                        <a:pt x="1" y="582"/>
                        <a:pt x="1" y="610"/>
                        <a:pt x="1" y="610"/>
                      </a:cubicBezTo>
                      <a:lnTo>
                        <a:pt x="1" y="666"/>
                      </a:lnTo>
                      <a:cubicBezTo>
                        <a:pt x="1" y="666"/>
                        <a:pt x="1" y="693"/>
                        <a:pt x="1" y="693"/>
                      </a:cubicBezTo>
                      <a:lnTo>
                        <a:pt x="444" y="693"/>
                      </a:lnTo>
                      <a:lnTo>
                        <a:pt x="444" y="887"/>
                      </a:lnTo>
                      <a:cubicBezTo>
                        <a:pt x="444" y="887"/>
                        <a:pt x="472" y="915"/>
                        <a:pt x="472" y="915"/>
                      </a:cubicBezTo>
                      <a:lnTo>
                        <a:pt x="555" y="915"/>
                      </a:lnTo>
                      <a:cubicBezTo>
                        <a:pt x="583" y="915"/>
                        <a:pt x="583" y="887"/>
                        <a:pt x="583" y="887"/>
                      </a:cubicBezTo>
                      <a:lnTo>
                        <a:pt x="583" y="693"/>
                      </a:lnTo>
                      <a:lnTo>
                        <a:pt x="721" y="693"/>
                      </a:lnTo>
                      <a:cubicBezTo>
                        <a:pt x="721" y="693"/>
                        <a:pt x="721" y="666"/>
                        <a:pt x="721" y="666"/>
                      </a:cubicBezTo>
                      <a:lnTo>
                        <a:pt x="721" y="610"/>
                      </a:lnTo>
                      <a:cubicBezTo>
                        <a:pt x="721" y="582"/>
                        <a:pt x="694" y="582"/>
                        <a:pt x="694" y="582"/>
                      </a:cubicBezTo>
                      <a:lnTo>
                        <a:pt x="583" y="582"/>
                      </a:lnTo>
                      <a:lnTo>
                        <a:pt x="583" y="28"/>
                      </a:lnTo>
                      <a:cubicBezTo>
                        <a:pt x="583" y="28"/>
                        <a:pt x="583" y="28"/>
                        <a:pt x="5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99" name="Google Shape;1599;p68"/>
                <p:cNvSpPr/>
                <p:nvPr/>
              </p:nvSpPr>
              <p:spPr>
                <a:xfrm>
                  <a:off x="8323400" y="4150698"/>
                  <a:ext cx="15950" cy="23600"/>
                </a:xfrm>
                <a:custGeom>
                  <a:rect b="b" l="l" r="r" t="t"/>
                  <a:pathLst>
                    <a:path extrusionOk="0" h="944" w="638">
                      <a:moveTo>
                        <a:pt x="111" y="1"/>
                      </a:moveTo>
                      <a:cubicBezTo>
                        <a:pt x="83" y="1"/>
                        <a:pt x="83" y="1"/>
                        <a:pt x="83" y="28"/>
                      </a:cubicBezTo>
                      <a:lnTo>
                        <a:pt x="28" y="472"/>
                      </a:lnTo>
                      <a:cubicBezTo>
                        <a:pt x="28" y="472"/>
                        <a:pt x="28" y="472"/>
                        <a:pt x="28" y="500"/>
                      </a:cubicBezTo>
                      <a:lnTo>
                        <a:pt x="139" y="500"/>
                      </a:lnTo>
                      <a:cubicBezTo>
                        <a:pt x="167" y="500"/>
                        <a:pt x="167" y="472"/>
                        <a:pt x="167" y="472"/>
                      </a:cubicBezTo>
                      <a:cubicBezTo>
                        <a:pt x="194" y="472"/>
                        <a:pt x="222" y="444"/>
                        <a:pt x="250" y="444"/>
                      </a:cubicBezTo>
                      <a:cubicBezTo>
                        <a:pt x="250" y="444"/>
                        <a:pt x="278" y="417"/>
                        <a:pt x="305" y="417"/>
                      </a:cubicBezTo>
                      <a:cubicBezTo>
                        <a:pt x="361" y="417"/>
                        <a:pt x="416" y="444"/>
                        <a:pt x="472" y="472"/>
                      </a:cubicBezTo>
                      <a:cubicBezTo>
                        <a:pt x="499" y="528"/>
                        <a:pt x="527" y="555"/>
                        <a:pt x="527" y="611"/>
                      </a:cubicBezTo>
                      <a:cubicBezTo>
                        <a:pt x="527" y="694"/>
                        <a:pt x="499" y="722"/>
                        <a:pt x="472" y="777"/>
                      </a:cubicBezTo>
                      <a:cubicBezTo>
                        <a:pt x="416" y="805"/>
                        <a:pt x="361" y="833"/>
                        <a:pt x="305" y="833"/>
                      </a:cubicBezTo>
                      <a:cubicBezTo>
                        <a:pt x="278" y="833"/>
                        <a:pt x="222" y="805"/>
                        <a:pt x="194" y="777"/>
                      </a:cubicBezTo>
                      <a:cubicBezTo>
                        <a:pt x="167" y="777"/>
                        <a:pt x="139" y="722"/>
                        <a:pt x="111" y="694"/>
                      </a:cubicBezTo>
                      <a:cubicBezTo>
                        <a:pt x="111" y="666"/>
                        <a:pt x="111" y="666"/>
                        <a:pt x="83" y="666"/>
                      </a:cubicBezTo>
                      <a:lnTo>
                        <a:pt x="0" y="666"/>
                      </a:lnTo>
                      <a:lnTo>
                        <a:pt x="0" y="694"/>
                      </a:lnTo>
                      <a:cubicBezTo>
                        <a:pt x="0" y="722"/>
                        <a:pt x="0" y="777"/>
                        <a:pt x="28" y="805"/>
                      </a:cubicBezTo>
                      <a:cubicBezTo>
                        <a:pt x="56" y="833"/>
                        <a:pt x="83" y="860"/>
                        <a:pt x="139" y="888"/>
                      </a:cubicBezTo>
                      <a:cubicBezTo>
                        <a:pt x="194" y="916"/>
                        <a:pt x="250" y="943"/>
                        <a:pt x="305" y="943"/>
                      </a:cubicBezTo>
                      <a:cubicBezTo>
                        <a:pt x="388" y="943"/>
                        <a:pt x="444" y="916"/>
                        <a:pt x="472" y="888"/>
                      </a:cubicBezTo>
                      <a:cubicBezTo>
                        <a:pt x="527" y="860"/>
                        <a:pt x="582" y="833"/>
                        <a:pt x="610" y="777"/>
                      </a:cubicBezTo>
                      <a:cubicBezTo>
                        <a:pt x="638" y="749"/>
                        <a:pt x="638" y="694"/>
                        <a:pt x="638" y="611"/>
                      </a:cubicBezTo>
                      <a:cubicBezTo>
                        <a:pt x="638" y="555"/>
                        <a:pt x="638" y="500"/>
                        <a:pt x="610" y="472"/>
                      </a:cubicBezTo>
                      <a:cubicBezTo>
                        <a:pt x="582" y="417"/>
                        <a:pt x="527" y="389"/>
                        <a:pt x="499" y="361"/>
                      </a:cubicBezTo>
                      <a:cubicBezTo>
                        <a:pt x="444" y="333"/>
                        <a:pt x="388" y="333"/>
                        <a:pt x="333" y="333"/>
                      </a:cubicBezTo>
                      <a:cubicBezTo>
                        <a:pt x="250" y="333"/>
                        <a:pt x="194" y="333"/>
                        <a:pt x="167" y="361"/>
                      </a:cubicBezTo>
                      <a:lnTo>
                        <a:pt x="194" y="112"/>
                      </a:lnTo>
                      <a:lnTo>
                        <a:pt x="582" y="112"/>
                      </a:lnTo>
                      <a:cubicBezTo>
                        <a:pt x="582" y="84"/>
                        <a:pt x="582" y="84"/>
                        <a:pt x="582" y="84"/>
                      </a:cubicBezTo>
                      <a:lnTo>
                        <a:pt x="582" y="28"/>
                      </a:lnTo>
                      <a:cubicBezTo>
                        <a:pt x="582" y="28"/>
                        <a:pt x="582" y="1"/>
                        <a:pt x="58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0" name="Google Shape;1600;p68"/>
                <p:cNvSpPr/>
                <p:nvPr/>
              </p:nvSpPr>
              <p:spPr>
                <a:xfrm>
                  <a:off x="8322700" y="4545963"/>
                  <a:ext cx="16650" cy="22900"/>
                </a:xfrm>
                <a:custGeom>
                  <a:rect b="b" l="l" r="r" t="t"/>
                  <a:pathLst>
                    <a:path extrusionOk="0" h="916" w="666">
                      <a:moveTo>
                        <a:pt x="333" y="416"/>
                      </a:moveTo>
                      <a:cubicBezTo>
                        <a:pt x="361" y="416"/>
                        <a:pt x="416" y="416"/>
                        <a:pt x="444" y="444"/>
                      </a:cubicBezTo>
                      <a:cubicBezTo>
                        <a:pt x="472" y="444"/>
                        <a:pt x="499" y="472"/>
                        <a:pt x="527" y="499"/>
                      </a:cubicBezTo>
                      <a:cubicBezTo>
                        <a:pt x="527" y="527"/>
                        <a:pt x="555" y="583"/>
                        <a:pt x="555" y="610"/>
                      </a:cubicBezTo>
                      <a:cubicBezTo>
                        <a:pt x="555" y="666"/>
                        <a:pt x="527" y="694"/>
                        <a:pt x="527" y="721"/>
                      </a:cubicBezTo>
                      <a:cubicBezTo>
                        <a:pt x="499" y="749"/>
                        <a:pt x="472" y="777"/>
                        <a:pt x="444" y="804"/>
                      </a:cubicBezTo>
                      <a:cubicBezTo>
                        <a:pt x="416" y="804"/>
                        <a:pt x="361" y="832"/>
                        <a:pt x="333" y="832"/>
                      </a:cubicBezTo>
                      <a:cubicBezTo>
                        <a:pt x="305" y="832"/>
                        <a:pt x="250" y="804"/>
                        <a:pt x="222" y="804"/>
                      </a:cubicBezTo>
                      <a:cubicBezTo>
                        <a:pt x="194" y="777"/>
                        <a:pt x="167" y="749"/>
                        <a:pt x="139" y="721"/>
                      </a:cubicBezTo>
                      <a:cubicBezTo>
                        <a:pt x="139" y="694"/>
                        <a:pt x="111" y="666"/>
                        <a:pt x="111" y="610"/>
                      </a:cubicBezTo>
                      <a:cubicBezTo>
                        <a:pt x="111" y="583"/>
                        <a:pt x="139" y="527"/>
                        <a:pt x="139" y="499"/>
                      </a:cubicBezTo>
                      <a:cubicBezTo>
                        <a:pt x="167" y="472"/>
                        <a:pt x="194" y="444"/>
                        <a:pt x="222" y="444"/>
                      </a:cubicBezTo>
                      <a:cubicBezTo>
                        <a:pt x="250" y="416"/>
                        <a:pt x="305" y="416"/>
                        <a:pt x="333" y="416"/>
                      </a:cubicBezTo>
                      <a:close/>
                      <a:moveTo>
                        <a:pt x="333" y="0"/>
                      </a:moveTo>
                      <a:cubicBezTo>
                        <a:pt x="333" y="28"/>
                        <a:pt x="333" y="28"/>
                        <a:pt x="333" y="28"/>
                      </a:cubicBezTo>
                      <a:lnTo>
                        <a:pt x="83" y="361"/>
                      </a:lnTo>
                      <a:cubicBezTo>
                        <a:pt x="28" y="444"/>
                        <a:pt x="0" y="527"/>
                        <a:pt x="0" y="610"/>
                      </a:cubicBezTo>
                      <a:cubicBezTo>
                        <a:pt x="0" y="666"/>
                        <a:pt x="0" y="721"/>
                        <a:pt x="28" y="777"/>
                      </a:cubicBezTo>
                      <a:cubicBezTo>
                        <a:pt x="56" y="832"/>
                        <a:pt x="111" y="860"/>
                        <a:pt x="139" y="888"/>
                      </a:cubicBezTo>
                      <a:cubicBezTo>
                        <a:pt x="194" y="915"/>
                        <a:pt x="278" y="915"/>
                        <a:pt x="333" y="915"/>
                      </a:cubicBezTo>
                      <a:cubicBezTo>
                        <a:pt x="416" y="915"/>
                        <a:pt x="472" y="915"/>
                        <a:pt x="527" y="888"/>
                      </a:cubicBezTo>
                      <a:cubicBezTo>
                        <a:pt x="555" y="860"/>
                        <a:pt x="610" y="804"/>
                        <a:pt x="638" y="777"/>
                      </a:cubicBezTo>
                      <a:cubicBezTo>
                        <a:pt x="666" y="721"/>
                        <a:pt x="666" y="666"/>
                        <a:pt x="666" y="610"/>
                      </a:cubicBezTo>
                      <a:cubicBezTo>
                        <a:pt x="666" y="555"/>
                        <a:pt x="666" y="499"/>
                        <a:pt x="638" y="472"/>
                      </a:cubicBezTo>
                      <a:cubicBezTo>
                        <a:pt x="610" y="416"/>
                        <a:pt x="555" y="361"/>
                        <a:pt x="527" y="333"/>
                      </a:cubicBezTo>
                      <a:cubicBezTo>
                        <a:pt x="472" y="305"/>
                        <a:pt x="416" y="305"/>
                        <a:pt x="361" y="305"/>
                      </a:cubicBezTo>
                      <a:lnTo>
                        <a:pt x="278" y="305"/>
                      </a:lnTo>
                      <a:lnTo>
                        <a:pt x="472" y="28"/>
                      </a:lnTo>
                      <a:cubicBezTo>
                        <a:pt x="472" y="28"/>
                        <a:pt x="472" y="0"/>
                        <a:pt x="47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01" name="Google Shape;1601;p68"/>
              <p:cNvGrpSpPr/>
              <p:nvPr/>
            </p:nvGrpSpPr>
            <p:grpSpPr>
              <a:xfrm>
                <a:off x="5614975" y="4609225"/>
                <a:ext cx="2597125" cy="40925"/>
                <a:chOff x="5614975" y="4609225"/>
                <a:chExt cx="2597125" cy="40925"/>
              </a:xfrm>
            </p:grpSpPr>
            <p:sp>
              <p:nvSpPr>
                <p:cNvPr id="1602" name="Google Shape;1602;p68"/>
                <p:cNvSpPr/>
                <p:nvPr/>
              </p:nvSpPr>
              <p:spPr>
                <a:xfrm>
                  <a:off x="5614975" y="4632100"/>
                  <a:ext cx="24974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1" y="139"/>
                        <a:pt x="777" y="167"/>
                        <a:pt x="832" y="194"/>
                      </a:cubicBezTo>
                      <a:cubicBezTo>
                        <a:pt x="888" y="222"/>
                        <a:pt x="915" y="277"/>
                        <a:pt x="915" y="361"/>
                      </a:cubicBezTo>
                      <a:cubicBezTo>
                        <a:pt x="915" y="416"/>
                        <a:pt x="888" y="472"/>
                        <a:pt x="832" y="527"/>
                      </a:cubicBezTo>
                      <a:cubicBezTo>
                        <a:pt x="777" y="555"/>
                        <a:pt x="721" y="582"/>
                        <a:pt x="638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50" y="555"/>
                        <a:pt x="195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95" y="194"/>
                      </a:cubicBezTo>
                      <a:cubicBezTo>
                        <a:pt x="250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95" y="28"/>
                        <a:pt x="111" y="83"/>
                      </a:cubicBezTo>
                      <a:cubicBezTo>
                        <a:pt x="28" y="139"/>
                        <a:pt x="1" y="222"/>
                        <a:pt x="1" y="361"/>
                      </a:cubicBezTo>
                      <a:cubicBezTo>
                        <a:pt x="1" y="472"/>
                        <a:pt x="28" y="555"/>
                        <a:pt x="111" y="610"/>
                      </a:cubicBezTo>
                      <a:cubicBezTo>
                        <a:pt x="195" y="666"/>
                        <a:pt x="278" y="721"/>
                        <a:pt x="389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32" y="666"/>
                        <a:pt x="915" y="610"/>
                      </a:cubicBezTo>
                      <a:cubicBezTo>
                        <a:pt x="999" y="555"/>
                        <a:pt x="1026" y="472"/>
                        <a:pt x="1026" y="361"/>
                      </a:cubicBezTo>
                      <a:cubicBezTo>
                        <a:pt x="1026" y="222"/>
                        <a:pt x="999" y="139"/>
                        <a:pt x="915" y="83"/>
                      </a:cubicBezTo>
                      <a:cubicBezTo>
                        <a:pt x="832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3" name="Google Shape;1603;p68"/>
                <p:cNvSpPr/>
                <p:nvPr/>
              </p:nvSpPr>
              <p:spPr>
                <a:xfrm>
                  <a:off x="5615656" y="4617525"/>
                  <a:ext cx="23612" cy="11125"/>
                </a:xfrm>
                <a:custGeom>
                  <a:rect b="b" l="l" r="r" t="t"/>
                  <a:pathLst>
                    <a:path extrusionOk="0" h="445" w="971">
                      <a:moveTo>
                        <a:pt x="0" y="1"/>
                      </a:moveTo>
                      <a:cubicBezTo>
                        <a:pt x="0" y="1"/>
                        <a:pt x="0" y="29"/>
                        <a:pt x="0" y="29"/>
                      </a:cubicBezTo>
                      <a:lnTo>
                        <a:pt x="0" y="84"/>
                      </a:lnTo>
                      <a:cubicBezTo>
                        <a:pt x="0" y="112"/>
                        <a:pt x="0" y="112"/>
                        <a:pt x="0" y="140"/>
                      </a:cubicBezTo>
                      <a:lnTo>
                        <a:pt x="250" y="445"/>
                      </a:lnTo>
                      <a:lnTo>
                        <a:pt x="278" y="445"/>
                      </a:lnTo>
                      <a:lnTo>
                        <a:pt x="333" y="417"/>
                      </a:lnTo>
                      <a:cubicBezTo>
                        <a:pt x="333" y="417"/>
                        <a:pt x="333" y="389"/>
                        <a:pt x="333" y="389"/>
                      </a:cubicBezTo>
                      <a:cubicBezTo>
                        <a:pt x="333" y="389"/>
                        <a:pt x="333" y="361"/>
                        <a:pt x="333" y="361"/>
                      </a:cubicBezTo>
                      <a:lnTo>
                        <a:pt x="139" y="140"/>
                      </a:lnTo>
                      <a:lnTo>
                        <a:pt x="943" y="140"/>
                      </a:lnTo>
                      <a:cubicBezTo>
                        <a:pt x="971" y="140"/>
                        <a:pt x="971" y="140"/>
                        <a:pt x="971" y="112"/>
                      </a:cubicBezTo>
                      <a:lnTo>
                        <a:pt x="971" y="29"/>
                      </a:lnTo>
                      <a:cubicBezTo>
                        <a:pt x="971" y="29"/>
                        <a:pt x="971" y="1"/>
                        <a:pt x="9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4" name="Google Shape;1604;p68"/>
                <p:cNvSpPr/>
                <p:nvPr/>
              </p:nvSpPr>
              <p:spPr>
                <a:xfrm>
                  <a:off x="6128984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2" y="139"/>
                        <a:pt x="805" y="167"/>
                        <a:pt x="833" y="194"/>
                      </a:cubicBezTo>
                      <a:cubicBezTo>
                        <a:pt x="888" y="222"/>
                        <a:pt x="916" y="277"/>
                        <a:pt x="916" y="361"/>
                      </a:cubicBezTo>
                      <a:cubicBezTo>
                        <a:pt x="916" y="416"/>
                        <a:pt x="888" y="472"/>
                        <a:pt x="833" y="527"/>
                      </a:cubicBezTo>
                      <a:cubicBezTo>
                        <a:pt x="805" y="555"/>
                        <a:pt x="722" y="582"/>
                        <a:pt x="638" y="582"/>
                      </a:cubicBezTo>
                      <a:lnTo>
                        <a:pt x="417" y="582"/>
                      </a:lnTo>
                      <a:cubicBezTo>
                        <a:pt x="306" y="582"/>
                        <a:pt x="250" y="555"/>
                        <a:pt x="195" y="527"/>
                      </a:cubicBezTo>
                      <a:cubicBezTo>
                        <a:pt x="139" y="472"/>
                        <a:pt x="139" y="416"/>
                        <a:pt x="139" y="361"/>
                      </a:cubicBezTo>
                      <a:cubicBezTo>
                        <a:pt x="139" y="277"/>
                        <a:pt x="139" y="222"/>
                        <a:pt x="195" y="194"/>
                      </a:cubicBezTo>
                      <a:cubicBezTo>
                        <a:pt x="250" y="167"/>
                        <a:pt x="306" y="139"/>
                        <a:pt x="417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95" y="28"/>
                        <a:pt x="112" y="83"/>
                      </a:cubicBezTo>
                      <a:cubicBezTo>
                        <a:pt x="56" y="139"/>
                        <a:pt x="1" y="222"/>
                        <a:pt x="1" y="361"/>
                      </a:cubicBezTo>
                      <a:cubicBezTo>
                        <a:pt x="1" y="472"/>
                        <a:pt x="56" y="555"/>
                        <a:pt x="112" y="610"/>
                      </a:cubicBezTo>
                      <a:cubicBezTo>
                        <a:pt x="195" y="666"/>
                        <a:pt x="278" y="721"/>
                        <a:pt x="389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60" y="666"/>
                        <a:pt x="916" y="610"/>
                      </a:cubicBezTo>
                      <a:cubicBezTo>
                        <a:pt x="999" y="555"/>
                        <a:pt x="1027" y="472"/>
                        <a:pt x="1027" y="361"/>
                      </a:cubicBezTo>
                      <a:cubicBezTo>
                        <a:pt x="1027" y="222"/>
                        <a:pt x="999" y="139"/>
                        <a:pt x="916" y="83"/>
                      </a:cubicBezTo>
                      <a:cubicBezTo>
                        <a:pt x="860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5" name="Google Shape;1605;p68"/>
                <p:cNvSpPr/>
                <p:nvPr/>
              </p:nvSpPr>
              <p:spPr>
                <a:xfrm>
                  <a:off x="6128575" y="4611300"/>
                  <a:ext cx="25675" cy="17350"/>
                </a:xfrm>
                <a:custGeom>
                  <a:rect b="b" l="l" r="r" t="t"/>
                  <a:pathLst>
                    <a:path extrusionOk="0" h="694" w="1027">
                      <a:moveTo>
                        <a:pt x="943" y="1"/>
                      </a:moveTo>
                      <a:cubicBezTo>
                        <a:pt x="916" y="1"/>
                        <a:pt x="916" y="28"/>
                        <a:pt x="916" y="28"/>
                      </a:cubicBezTo>
                      <a:cubicBezTo>
                        <a:pt x="888" y="28"/>
                        <a:pt x="888" y="28"/>
                        <a:pt x="888" y="56"/>
                      </a:cubicBezTo>
                      <a:lnTo>
                        <a:pt x="888" y="500"/>
                      </a:lnTo>
                      <a:lnTo>
                        <a:pt x="611" y="222"/>
                      </a:lnTo>
                      <a:cubicBezTo>
                        <a:pt x="555" y="139"/>
                        <a:pt x="500" y="112"/>
                        <a:pt x="472" y="84"/>
                      </a:cubicBezTo>
                      <a:cubicBezTo>
                        <a:pt x="417" y="56"/>
                        <a:pt x="361" y="28"/>
                        <a:pt x="306" y="28"/>
                      </a:cubicBezTo>
                      <a:cubicBezTo>
                        <a:pt x="223" y="28"/>
                        <a:pt x="139" y="56"/>
                        <a:pt x="84" y="112"/>
                      </a:cubicBezTo>
                      <a:cubicBezTo>
                        <a:pt x="29" y="167"/>
                        <a:pt x="1" y="250"/>
                        <a:pt x="1" y="361"/>
                      </a:cubicBezTo>
                      <a:cubicBezTo>
                        <a:pt x="1" y="417"/>
                        <a:pt x="29" y="472"/>
                        <a:pt x="56" y="527"/>
                      </a:cubicBezTo>
                      <a:cubicBezTo>
                        <a:pt x="84" y="583"/>
                        <a:pt x="112" y="611"/>
                        <a:pt x="167" y="638"/>
                      </a:cubicBezTo>
                      <a:cubicBezTo>
                        <a:pt x="223" y="666"/>
                        <a:pt x="278" y="666"/>
                        <a:pt x="306" y="694"/>
                      </a:cubicBezTo>
                      <a:cubicBezTo>
                        <a:pt x="333" y="694"/>
                        <a:pt x="333" y="666"/>
                        <a:pt x="333" y="666"/>
                      </a:cubicBezTo>
                      <a:cubicBezTo>
                        <a:pt x="333" y="666"/>
                        <a:pt x="333" y="666"/>
                        <a:pt x="333" y="638"/>
                      </a:cubicBezTo>
                      <a:lnTo>
                        <a:pt x="333" y="583"/>
                      </a:lnTo>
                      <a:cubicBezTo>
                        <a:pt x="333" y="583"/>
                        <a:pt x="333" y="555"/>
                        <a:pt x="333" y="555"/>
                      </a:cubicBezTo>
                      <a:lnTo>
                        <a:pt x="306" y="555"/>
                      </a:lnTo>
                      <a:cubicBezTo>
                        <a:pt x="250" y="527"/>
                        <a:pt x="223" y="527"/>
                        <a:pt x="167" y="472"/>
                      </a:cubicBezTo>
                      <a:cubicBezTo>
                        <a:pt x="139" y="444"/>
                        <a:pt x="139" y="417"/>
                        <a:pt x="139" y="361"/>
                      </a:cubicBezTo>
                      <a:cubicBezTo>
                        <a:pt x="139" y="306"/>
                        <a:pt x="139" y="250"/>
                        <a:pt x="167" y="222"/>
                      </a:cubicBezTo>
                      <a:cubicBezTo>
                        <a:pt x="195" y="195"/>
                        <a:pt x="250" y="167"/>
                        <a:pt x="306" y="167"/>
                      </a:cubicBezTo>
                      <a:cubicBezTo>
                        <a:pt x="361" y="167"/>
                        <a:pt x="389" y="195"/>
                        <a:pt x="417" y="195"/>
                      </a:cubicBezTo>
                      <a:cubicBezTo>
                        <a:pt x="472" y="222"/>
                        <a:pt x="500" y="278"/>
                        <a:pt x="583" y="361"/>
                      </a:cubicBezTo>
                      <a:lnTo>
                        <a:pt x="888" y="666"/>
                      </a:lnTo>
                      <a:cubicBezTo>
                        <a:pt x="888" y="694"/>
                        <a:pt x="916" y="694"/>
                        <a:pt x="943" y="694"/>
                      </a:cubicBezTo>
                      <a:lnTo>
                        <a:pt x="999" y="694"/>
                      </a:lnTo>
                      <a:cubicBezTo>
                        <a:pt x="1027" y="694"/>
                        <a:pt x="1027" y="666"/>
                        <a:pt x="1027" y="666"/>
                      </a:cubicBezTo>
                      <a:lnTo>
                        <a:pt x="1027" y="56"/>
                      </a:lnTo>
                      <a:cubicBezTo>
                        <a:pt x="1027" y="28"/>
                        <a:pt x="1027" y="28"/>
                        <a:pt x="999" y="28"/>
                      </a:cubicBezTo>
                      <a:cubicBezTo>
                        <a:pt x="999" y="28"/>
                        <a:pt x="999" y="1"/>
                        <a:pt x="9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6" name="Google Shape;1606;p68"/>
                <p:cNvSpPr/>
                <p:nvPr/>
              </p:nvSpPr>
              <p:spPr>
                <a:xfrm>
                  <a:off x="6643694" y="4632100"/>
                  <a:ext cx="24975" cy="18050"/>
                </a:xfrm>
                <a:custGeom>
                  <a:rect b="b" l="l" r="r" t="t"/>
                  <a:pathLst>
                    <a:path extrusionOk="0" h="722" w="999">
                      <a:moveTo>
                        <a:pt x="610" y="139"/>
                      </a:moveTo>
                      <a:cubicBezTo>
                        <a:pt x="693" y="139"/>
                        <a:pt x="776" y="167"/>
                        <a:pt x="804" y="194"/>
                      </a:cubicBezTo>
                      <a:cubicBezTo>
                        <a:pt x="860" y="222"/>
                        <a:pt x="887" y="277"/>
                        <a:pt x="887" y="361"/>
                      </a:cubicBezTo>
                      <a:cubicBezTo>
                        <a:pt x="887" y="416"/>
                        <a:pt x="860" y="472"/>
                        <a:pt x="804" y="527"/>
                      </a:cubicBezTo>
                      <a:cubicBezTo>
                        <a:pt x="776" y="555"/>
                        <a:pt x="693" y="582"/>
                        <a:pt x="610" y="582"/>
                      </a:cubicBezTo>
                      <a:lnTo>
                        <a:pt x="388" y="582"/>
                      </a:lnTo>
                      <a:cubicBezTo>
                        <a:pt x="305" y="582"/>
                        <a:pt x="222" y="555"/>
                        <a:pt x="166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66" y="194"/>
                      </a:cubicBezTo>
                      <a:cubicBezTo>
                        <a:pt x="222" y="167"/>
                        <a:pt x="305" y="139"/>
                        <a:pt x="388" y="139"/>
                      </a:cubicBezTo>
                      <a:close/>
                      <a:moveTo>
                        <a:pt x="361" y="0"/>
                      </a:moveTo>
                      <a:cubicBezTo>
                        <a:pt x="250" y="0"/>
                        <a:pt x="166" y="28"/>
                        <a:pt x="83" y="83"/>
                      </a:cubicBezTo>
                      <a:cubicBezTo>
                        <a:pt x="28" y="139"/>
                        <a:pt x="0" y="222"/>
                        <a:pt x="0" y="361"/>
                      </a:cubicBezTo>
                      <a:cubicBezTo>
                        <a:pt x="0" y="472"/>
                        <a:pt x="28" y="555"/>
                        <a:pt x="83" y="610"/>
                      </a:cubicBezTo>
                      <a:cubicBezTo>
                        <a:pt x="166" y="666"/>
                        <a:pt x="250" y="721"/>
                        <a:pt x="361" y="721"/>
                      </a:cubicBezTo>
                      <a:lnTo>
                        <a:pt x="610" y="721"/>
                      </a:lnTo>
                      <a:cubicBezTo>
                        <a:pt x="721" y="693"/>
                        <a:pt x="832" y="666"/>
                        <a:pt x="887" y="610"/>
                      </a:cubicBezTo>
                      <a:cubicBezTo>
                        <a:pt x="971" y="555"/>
                        <a:pt x="998" y="472"/>
                        <a:pt x="998" y="361"/>
                      </a:cubicBezTo>
                      <a:cubicBezTo>
                        <a:pt x="998" y="222"/>
                        <a:pt x="971" y="139"/>
                        <a:pt x="887" y="83"/>
                      </a:cubicBezTo>
                      <a:cubicBezTo>
                        <a:pt x="832" y="28"/>
                        <a:pt x="721" y="0"/>
                        <a:pt x="6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7" name="Google Shape;1607;p68"/>
                <p:cNvSpPr/>
                <p:nvPr/>
              </p:nvSpPr>
              <p:spPr>
                <a:xfrm>
                  <a:off x="6643556" y="4611300"/>
                  <a:ext cx="24975" cy="17350"/>
                </a:xfrm>
                <a:custGeom>
                  <a:rect b="b" l="l" r="r" t="t"/>
                  <a:pathLst>
                    <a:path extrusionOk="0" h="694" w="999">
                      <a:moveTo>
                        <a:pt x="693" y="1"/>
                      </a:moveTo>
                      <a:cubicBezTo>
                        <a:pt x="610" y="1"/>
                        <a:pt x="555" y="28"/>
                        <a:pt x="499" y="84"/>
                      </a:cubicBezTo>
                      <a:cubicBezTo>
                        <a:pt x="444" y="139"/>
                        <a:pt x="416" y="195"/>
                        <a:pt x="416" y="306"/>
                      </a:cubicBezTo>
                      <a:lnTo>
                        <a:pt x="416" y="333"/>
                      </a:lnTo>
                      <a:lnTo>
                        <a:pt x="111" y="56"/>
                      </a:lnTo>
                      <a:cubicBezTo>
                        <a:pt x="111" y="28"/>
                        <a:pt x="83" y="28"/>
                        <a:pt x="83" y="28"/>
                      </a:cubicBezTo>
                      <a:lnTo>
                        <a:pt x="28" y="28"/>
                      </a:lnTo>
                      <a:cubicBezTo>
                        <a:pt x="28" y="28"/>
                        <a:pt x="28" y="28"/>
                        <a:pt x="0" y="56"/>
                      </a:cubicBezTo>
                      <a:lnTo>
                        <a:pt x="0" y="638"/>
                      </a:lnTo>
                      <a:cubicBezTo>
                        <a:pt x="28" y="666"/>
                        <a:pt x="28" y="666"/>
                        <a:pt x="28" y="666"/>
                      </a:cubicBezTo>
                      <a:lnTo>
                        <a:pt x="83" y="666"/>
                      </a:lnTo>
                      <a:cubicBezTo>
                        <a:pt x="83" y="666"/>
                        <a:pt x="111" y="666"/>
                        <a:pt x="111" y="638"/>
                      </a:cubicBezTo>
                      <a:lnTo>
                        <a:pt x="111" y="195"/>
                      </a:lnTo>
                      <a:lnTo>
                        <a:pt x="416" y="472"/>
                      </a:lnTo>
                      <a:cubicBezTo>
                        <a:pt x="444" y="500"/>
                        <a:pt x="444" y="500"/>
                        <a:pt x="471" y="500"/>
                      </a:cubicBezTo>
                      <a:lnTo>
                        <a:pt x="527" y="500"/>
                      </a:lnTo>
                      <a:cubicBezTo>
                        <a:pt x="527" y="472"/>
                        <a:pt x="527" y="472"/>
                        <a:pt x="527" y="472"/>
                      </a:cubicBezTo>
                      <a:lnTo>
                        <a:pt x="527" y="333"/>
                      </a:lnTo>
                      <a:cubicBezTo>
                        <a:pt x="527" y="195"/>
                        <a:pt x="582" y="112"/>
                        <a:pt x="693" y="112"/>
                      </a:cubicBezTo>
                      <a:cubicBezTo>
                        <a:pt x="749" y="112"/>
                        <a:pt x="804" y="139"/>
                        <a:pt x="832" y="195"/>
                      </a:cubicBezTo>
                      <a:cubicBezTo>
                        <a:pt x="860" y="222"/>
                        <a:pt x="887" y="278"/>
                        <a:pt x="887" y="333"/>
                      </a:cubicBezTo>
                      <a:cubicBezTo>
                        <a:pt x="887" y="389"/>
                        <a:pt x="887" y="444"/>
                        <a:pt x="860" y="500"/>
                      </a:cubicBezTo>
                      <a:cubicBezTo>
                        <a:pt x="832" y="527"/>
                        <a:pt x="804" y="555"/>
                        <a:pt x="749" y="583"/>
                      </a:cubicBezTo>
                      <a:lnTo>
                        <a:pt x="721" y="583"/>
                      </a:lnTo>
                      <a:cubicBezTo>
                        <a:pt x="721" y="583"/>
                        <a:pt x="721" y="611"/>
                        <a:pt x="721" y="611"/>
                      </a:cubicBezTo>
                      <a:lnTo>
                        <a:pt x="721" y="666"/>
                      </a:lnTo>
                      <a:cubicBezTo>
                        <a:pt x="721" y="694"/>
                        <a:pt x="721" y="694"/>
                        <a:pt x="749" y="694"/>
                      </a:cubicBezTo>
                      <a:cubicBezTo>
                        <a:pt x="804" y="694"/>
                        <a:pt x="832" y="694"/>
                        <a:pt x="887" y="666"/>
                      </a:cubicBezTo>
                      <a:cubicBezTo>
                        <a:pt x="915" y="638"/>
                        <a:pt x="943" y="583"/>
                        <a:pt x="971" y="527"/>
                      </a:cubicBezTo>
                      <a:cubicBezTo>
                        <a:pt x="998" y="472"/>
                        <a:pt x="998" y="417"/>
                        <a:pt x="998" y="333"/>
                      </a:cubicBezTo>
                      <a:cubicBezTo>
                        <a:pt x="998" y="278"/>
                        <a:pt x="998" y="222"/>
                        <a:pt x="971" y="167"/>
                      </a:cubicBezTo>
                      <a:cubicBezTo>
                        <a:pt x="943" y="112"/>
                        <a:pt x="915" y="56"/>
                        <a:pt x="860" y="28"/>
                      </a:cubicBezTo>
                      <a:cubicBezTo>
                        <a:pt x="832" y="1"/>
                        <a:pt x="776" y="1"/>
                        <a:pt x="69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8" name="Google Shape;1608;p68"/>
                <p:cNvSpPr/>
                <p:nvPr/>
              </p:nvSpPr>
              <p:spPr>
                <a:xfrm>
                  <a:off x="7157705" y="4632100"/>
                  <a:ext cx="24975" cy="18050"/>
                </a:xfrm>
                <a:custGeom>
                  <a:rect b="b" l="l" r="r" t="t"/>
                  <a:pathLst>
                    <a:path extrusionOk="0" h="722" w="999">
                      <a:moveTo>
                        <a:pt x="611" y="139"/>
                      </a:moveTo>
                      <a:cubicBezTo>
                        <a:pt x="694" y="139"/>
                        <a:pt x="777" y="167"/>
                        <a:pt x="833" y="194"/>
                      </a:cubicBezTo>
                      <a:cubicBezTo>
                        <a:pt x="860" y="222"/>
                        <a:pt x="888" y="277"/>
                        <a:pt x="888" y="361"/>
                      </a:cubicBezTo>
                      <a:cubicBezTo>
                        <a:pt x="888" y="416"/>
                        <a:pt x="860" y="472"/>
                        <a:pt x="833" y="527"/>
                      </a:cubicBezTo>
                      <a:cubicBezTo>
                        <a:pt x="777" y="555"/>
                        <a:pt x="694" y="582"/>
                        <a:pt x="611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23" y="555"/>
                        <a:pt x="167" y="527"/>
                      </a:cubicBezTo>
                      <a:cubicBezTo>
                        <a:pt x="139" y="472"/>
                        <a:pt x="112" y="416"/>
                        <a:pt x="112" y="361"/>
                      </a:cubicBezTo>
                      <a:cubicBezTo>
                        <a:pt x="112" y="277"/>
                        <a:pt x="139" y="222"/>
                        <a:pt x="167" y="194"/>
                      </a:cubicBezTo>
                      <a:cubicBezTo>
                        <a:pt x="223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50" y="0"/>
                        <a:pt x="167" y="28"/>
                        <a:pt x="112" y="83"/>
                      </a:cubicBezTo>
                      <a:cubicBezTo>
                        <a:pt x="28" y="139"/>
                        <a:pt x="1" y="222"/>
                        <a:pt x="1" y="361"/>
                      </a:cubicBezTo>
                      <a:cubicBezTo>
                        <a:pt x="1" y="472"/>
                        <a:pt x="28" y="555"/>
                        <a:pt x="112" y="610"/>
                      </a:cubicBezTo>
                      <a:cubicBezTo>
                        <a:pt x="167" y="666"/>
                        <a:pt x="250" y="721"/>
                        <a:pt x="389" y="721"/>
                      </a:cubicBezTo>
                      <a:lnTo>
                        <a:pt x="611" y="721"/>
                      </a:lnTo>
                      <a:cubicBezTo>
                        <a:pt x="749" y="693"/>
                        <a:pt x="833" y="666"/>
                        <a:pt x="916" y="610"/>
                      </a:cubicBezTo>
                      <a:cubicBezTo>
                        <a:pt x="971" y="555"/>
                        <a:pt x="999" y="472"/>
                        <a:pt x="999" y="361"/>
                      </a:cubicBezTo>
                      <a:cubicBezTo>
                        <a:pt x="999" y="222"/>
                        <a:pt x="971" y="139"/>
                        <a:pt x="916" y="83"/>
                      </a:cubicBezTo>
                      <a:cubicBezTo>
                        <a:pt x="833" y="28"/>
                        <a:pt x="749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09" name="Google Shape;1609;p68"/>
                <p:cNvSpPr/>
                <p:nvPr/>
              </p:nvSpPr>
              <p:spPr>
                <a:xfrm>
                  <a:off x="7157837" y="4609225"/>
                  <a:ext cx="24975" cy="19425"/>
                </a:xfrm>
                <a:custGeom>
                  <a:rect b="b" l="l" r="r" t="t"/>
                  <a:pathLst>
                    <a:path extrusionOk="0" h="777" w="999">
                      <a:moveTo>
                        <a:pt x="638" y="277"/>
                      </a:moveTo>
                      <a:lnTo>
                        <a:pt x="638" y="638"/>
                      </a:lnTo>
                      <a:lnTo>
                        <a:pt x="139" y="277"/>
                      </a:lnTo>
                      <a:close/>
                      <a:moveTo>
                        <a:pt x="638" y="0"/>
                      </a:moveTo>
                      <a:cubicBezTo>
                        <a:pt x="638" y="0"/>
                        <a:pt x="638" y="28"/>
                        <a:pt x="638" y="28"/>
                      </a:cubicBezTo>
                      <a:lnTo>
                        <a:pt x="638" y="167"/>
                      </a:lnTo>
                      <a:lnTo>
                        <a:pt x="1" y="167"/>
                      </a:lnTo>
                      <a:cubicBezTo>
                        <a:pt x="1" y="167"/>
                        <a:pt x="1" y="167"/>
                        <a:pt x="1" y="194"/>
                      </a:cubicBezTo>
                      <a:lnTo>
                        <a:pt x="1" y="277"/>
                      </a:lnTo>
                      <a:cubicBezTo>
                        <a:pt x="1" y="305"/>
                        <a:pt x="1" y="305"/>
                        <a:pt x="1" y="305"/>
                      </a:cubicBezTo>
                      <a:cubicBezTo>
                        <a:pt x="28" y="333"/>
                        <a:pt x="28" y="333"/>
                        <a:pt x="28" y="333"/>
                      </a:cubicBezTo>
                      <a:lnTo>
                        <a:pt x="638" y="749"/>
                      </a:lnTo>
                      <a:cubicBezTo>
                        <a:pt x="638" y="777"/>
                        <a:pt x="666" y="777"/>
                        <a:pt x="666" y="777"/>
                      </a:cubicBezTo>
                      <a:lnTo>
                        <a:pt x="749" y="777"/>
                      </a:lnTo>
                      <a:cubicBezTo>
                        <a:pt x="749" y="749"/>
                        <a:pt x="749" y="749"/>
                        <a:pt x="749" y="749"/>
                      </a:cubicBezTo>
                      <a:lnTo>
                        <a:pt x="749" y="277"/>
                      </a:lnTo>
                      <a:lnTo>
                        <a:pt x="999" y="277"/>
                      </a:lnTo>
                      <a:cubicBezTo>
                        <a:pt x="999" y="277"/>
                        <a:pt x="999" y="250"/>
                        <a:pt x="999" y="250"/>
                      </a:cubicBezTo>
                      <a:lnTo>
                        <a:pt x="999" y="194"/>
                      </a:lnTo>
                      <a:cubicBezTo>
                        <a:pt x="999" y="167"/>
                        <a:pt x="999" y="167"/>
                        <a:pt x="999" y="167"/>
                      </a:cubicBezTo>
                      <a:lnTo>
                        <a:pt x="749" y="167"/>
                      </a:lnTo>
                      <a:lnTo>
                        <a:pt x="749" y="28"/>
                      </a:lnTo>
                      <a:cubicBezTo>
                        <a:pt x="749" y="28"/>
                        <a:pt x="749" y="0"/>
                        <a:pt x="7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0" name="Google Shape;1610;p68"/>
                <p:cNvSpPr/>
                <p:nvPr/>
              </p:nvSpPr>
              <p:spPr>
                <a:xfrm>
                  <a:off x="7671715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11" y="139"/>
                      </a:moveTo>
                      <a:cubicBezTo>
                        <a:pt x="722" y="139"/>
                        <a:pt x="777" y="167"/>
                        <a:pt x="833" y="194"/>
                      </a:cubicBezTo>
                      <a:cubicBezTo>
                        <a:pt x="888" y="222"/>
                        <a:pt x="888" y="277"/>
                        <a:pt x="888" y="361"/>
                      </a:cubicBezTo>
                      <a:cubicBezTo>
                        <a:pt x="888" y="416"/>
                        <a:pt x="888" y="472"/>
                        <a:pt x="833" y="527"/>
                      </a:cubicBezTo>
                      <a:cubicBezTo>
                        <a:pt x="777" y="555"/>
                        <a:pt x="722" y="582"/>
                        <a:pt x="611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23" y="555"/>
                        <a:pt x="195" y="527"/>
                      </a:cubicBezTo>
                      <a:cubicBezTo>
                        <a:pt x="140" y="472"/>
                        <a:pt x="112" y="416"/>
                        <a:pt x="112" y="361"/>
                      </a:cubicBezTo>
                      <a:cubicBezTo>
                        <a:pt x="112" y="277"/>
                        <a:pt x="140" y="222"/>
                        <a:pt x="195" y="194"/>
                      </a:cubicBezTo>
                      <a:cubicBezTo>
                        <a:pt x="223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67" y="28"/>
                        <a:pt x="112" y="83"/>
                      </a:cubicBezTo>
                      <a:cubicBezTo>
                        <a:pt x="29" y="139"/>
                        <a:pt x="1" y="222"/>
                        <a:pt x="1" y="361"/>
                      </a:cubicBezTo>
                      <a:cubicBezTo>
                        <a:pt x="1" y="472"/>
                        <a:pt x="29" y="555"/>
                        <a:pt x="112" y="610"/>
                      </a:cubicBezTo>
                      <a:cubicBezTo>
                        <a:pt x="167" y="666"/>
                        <a:pt x="278" y="721"/>
                        <a:pt x="389" y="721"/>
                      </a:cubicBezTo>
                      <a:lnTo>
                        <a:pt x="639" y="721"/>
                      </a:lnTo>
                      <a:cubicBezTo>
                        <a:pt x="750" y="693"/>
                        <a:pt x="833" y="666"/>
                        <a:pt x="916" y="610"/>
                      </a:cubicBezTo>
                      <a:cubicBezTo>
                        <a:pt x="971" y="555"/>
                        <a:pt x="1027" y="472"/>
                        <a:pt x="1027" y="361"/>
                      </a:cubicBezTo>
                      <a:cubicBezTo>
                        <a:pt x="1027" y="222"/>
                        <a:pt x="971" y="139"/>
                        <a:pt x="916" y="83"/>
                      </a:cubicBezTo>
                      <a:cubicBezTo>
                        <a:pt x="833" y="28"/>
                        <a:pt x="750" y="0"/>
                        <a:pt x="6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1" name="Google Shape;1611;p68"/>
                <p:cNvSpPr/>
                <p:nvPr/>
              </p:nvSpPr>
              <p:spPr>
                <a:xfrm>
                  <a:off x="7672119" y="4611300"/>
                  <a:ext cx="25675" cy="17350"/>
                </a:xfrm>
                <a:custGeom>
                  <a:rect b="b" l="l" r="r" t="t"/>
                  <a:pathLst>
                    <a:path extrusionOk="0" h="694" w="1027">
                      <a:moveTo>
                        <a:pt x="694" y="1"/>
                      </a:moveTo>
                      <a:cubicBezTo>
                        <a:pt x="611" y="1"/>
                        <a:pt x="555" y="1"/>
                        <a:pt x="500" y="28"/>
                      </a:cubicBezTo>
                      <a:cubicBezTo>
                        <a:pt x="472" y="84"/>
                        <a:pt x="417" y="112"/>
                        <a:pt x="417" y="167"/>
                      </a:cubicBezTo>
                      <a:cubicBezTo>
                        <a:pt x="389" y="222"/>
                        <a:pt x="361" y="278"/>
                        <a:pt x="361" y="333"/>
                      </a:cubicBezTo>
                      <a:cubicBezTo>
                        <a:pt x="361" y="417"/>
                        <a:pt x="389" y="472"/>
                        <a:pt x="417" y="527"/>
                      </a:cubicBezTo>
                      <a:lnTo>
                        <a:pt x="140" y="500"/>
                      </a:lnTo>
                      <a:lnTo>
                        <a:pt x="140" y="84"/>
                      </a:lnTo>
                      <a:cubicBezTo>
                        <a:pt x="140" y="84"/>
                        <a:pt x="140" y="84"/>
                        <a:pt x="112" y="56"/>
                      </a:cubicBezTo>
                      <a:lnTo>
                        <a:pt x="29" y="56"/>
                      </a:lnTo>
                      <a:cubicBezTo>
                        <a:pt x="29" y="56"/>
                        <a:pt x="1" y="84"/>
                        <a:pt x="1" y="84"/>
                      </a:cubicBezTo>
                      <a:lnTo>
                        <a:pt x="1" y="583"/>
                      </a:lnTo>
                      <a:cubicBezTo>
                        <a:pt x="1" y="611"/>
                        <a:pt x="29" y="611"/>
                        <a:pt x="56" y="611"/>
                      </a:cubicBezTo>
                      <a:lnTo>
                        <a:pt x="528" y="666"/>
                      </a:lnTo>
                      <a:cubicBezTo>
                        <a:pt x="528" y="666"/>
                        <a:pt x="528" y="666"/>
                        <a:pt x="528" y="638"/>
                      </a:cubicBezTo>
                      <a:cubicBezTo>
                        <a:pt x="555" y="638"/>
                        <a:pt x="555" y="638"/>
                        <a:pt x="555" y="611"/>
                      </a:cubicBezTo>
                      <a:lnTo>
                        <a:pt x="555" y="555"/>
                      </a:lnTo>
                      <a:cubicBezTo>
                        <a:pt x="555" y="555"/>
                        <a:pt x="555" y="527"/>
                        <a:pt x="555" y="527"/>
                      </a:cubicBezTo>
                      <a:cubicBezTo>
                        <a:pt x="528" y="527"/>
                        <a:pt x="528" y="500"/>
                        <a:pt x="528" y="500"/>
                      </a:cubicBezTo>
                      <a:cubicBezTo>
                        <a:pt x="500" y="472"/>
                        <a:pt x="500" y="444"/>
                        <a:pt x="500" y="444"/>
                      </a:cubicBezTo>
                      <a:cubicBezTo>
                        <a:pt x="472" y="417"/>
                        <a:pt x="472" y="389"/>
                        <a:pt x="472" y="361"/>
                      </a:cubicBezTo>
                      <a:cubicBezTo>
                        <a:pt x="472" y="278"/>
                        <a:pt x="500" y="250"/>
                        <a:pt x="528" y="195"/>
                      </a:cubicBezTo>
                      <a:cubicBezTo>
                        <a:pt x="555" y="139"/>
                        <a:pt x="611" y="139"/>
                        <a:pt x="666" y="139"/>
                      </a:cubicBezTo>
                      <a:cubicBezTo>
                        <a:pt x="750" y="139"/>
                        <a:pt x="805" y="139"/>
                        <a:pt x="833" y="195"/>
                      </a:cubicBezTo>
                      <a:cubicBezTo>
                        <a:pt x="888" y="250"/>
                        <a:pt x="888" y="278"/>
                        <a:pt x="888" y="361"/>
                      </a:cubicBezTo>
                      <a:cubicBezTo>
                        <a:pt x="888" y="417"/>
                        <a:pt x="888" y="444"/>
                        <a:pt x="860" y="500"/>
                      </a:cubicBezTo>
                      <a:cubicBezTo>
                        <a:pt x="833" y="527"/>
                        <a:pt x="805" y="555"/>
                        <a:pt x="750" y="555"/>
                      </a:cubicBezTo>
                      <a:cubicBezTo>
                        <a:pt x="722" y="583"/>
                        <a:pt x="722" y="583"/>
                        <a:pt x="722" y="611"/>
                      </a:cubicBezTo>
                      <a:lnTo>
                        <a:pt x="722" y="666"/>
                      </a:lnTo>
                      <a:cubicBezTo>
                        <a:pt x="722" y="666"/>
                        <a:pt x="722" y="694"/>
                        <a:pt x="722" y="694"/>
                      </a:cubicBezTo>
                      <a:lnTo>
                        <a:pt x="750" y="694"/>
                      </a:lnTo>
                      <a:cubicBezTo>
                        <a:pt x="805" y="694"/>
                        <a:pt x="833" y="694"/>
                        <a:pt x="888" y="666"/>
                      </a:cubicBezTo>
                      <a:cubicBezTo>
                        <a:pt x="916" y="638"/>
                        <a:pt x="944" y="583"/>
                        <a:pt x="971" y="527"/>
                      </a:cubicBezTo>
                      <a:cubicBezTo>
                        <a:pt x="999" y="500"/>
                        <a:pt x="1027" y="417"/>
                        <a:pt x="1027" y="361"/>
                      </a:cubicBezTo>
                      <a:cubicBezTo>
                        <a:pt x="1027" y="278"/>
                        <a:pt x="999" y="222"/>
                        <a:pt x="971" y="167"/>
                      </a:cubicBezTo>
                      <a:cubicBezTo>
                        <a:pt x="944" y="112"/>
                        <a:pt x="916" y="84"/>
                        <a:pt x="860" y="28"/>
                      </a:cubicBezTo>
                      <a:cubicBezTo>
                        <a:pt x="805" y="1"/>
                        <a:pt x="750" y="1"/>
                        <a:pt x="69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2" name="Google Shape;1612;p68"/>
                <p:cNvSpPr/>
                <p:nvPr/>
              </p:nvSpPr>
              <p:spPr>
                <a:xfrm>
                  <a:off x="8186425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1" y="139"/>
                        <a:pt x="777" y="167"/>
                        <a:pt x="832" y="194"/>
                      </a:cubicBezTo>
                      <a:cubicBezTo>
                        <a:pt x="887" y="222"/>
                        <a:pt x="915" y="277"/>
                        <a:pt x="915" y="361"/>
                      </a:cubicBezTo>
                      <a:cubicBezTo>
                        <a:pt x="915" y="416"/>
                        <a:pt x="887" y="472"/>
                        <a:pt x="832" y="527"/>
                      </a:cubicBezTo>
                      <a:cubicBezTo>
                        <a:pt x="777" y="555"/>
                        <a:pt x="721" y="582"/>
                        <a:pt x="638" y="582"/>
                      </a:cubicBezTo>
                      <a:lnTo>
                        <a:pt x="388" y="582"/>
                      </a:lnTo>
                      <a:cubicBezTo>
                        <a:pt x="305" y="582"/>
                        <a:pt x="250" y="555"/>
                        <a:pt x="194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94" y="194"/>
                      </a:cubicBezTo>
                      <a:cubicBezTo>
                        <a:pt x="250" y="167"/>
                        <a:pt x="305" y="139"/>
                        <a:pt x="388" y="139"/>
                      </a:cubicBezTo>
                      <a:close/>
                      <a:moveTo>
                        <a:pt x="388" y="0"/>
                      </a:moveTo>
                      <a:cubicBezTo>
                        <a:pt x="277" y="0"/>
                        <a:pt x="194" y="28"/>
                        <a:pt x="111" y="83"/>
                      </a:cubicBezTo>
                      <a:cubicBezTo>
                        <a:pt x="28" y="139"/>
                        <a:pt x="0" y="222"/>
                        <a:pt x="0" y="361"/>
                      </a:cubicBezTo>
                      <a:cubicBezTo>
                        <a:pt x="0" y="472"/>
                        <a:pt x="28" y="555"/>
                        <a:pt x="111" y="610"/>
                      </a:cubicBezTo>
                      <a:cubicBezTo>
                        <a:pt x="194" y="666"/>
                        <a:pt x="277" y="721"/>
                        <a:pt x="388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32" y="666"/>
                        <a:pt x="915" y="610"/>
                      </a:cubicBezTo>
                      <a:cubicBezTo>
                        <a:pt x="998" y="555"/>
                        <a:pt x="1026" y="472"/>
                        <a:pt x="1026" y="361"/>
                      </a:cubicBezTo>
                      <a:cubicBezTo>
                        <a:pt x="1026" y="222"/>
                        <a:pt x="998" y="139"/>
                        <a:pt x="915" y="83"/>
                      </a:cubicBezTo>
                      <a:cubicBezTo>
                        <a:pt x="832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13" name="Google Shape;1613;p68"/>
                <p:cNvSpPr/>
                <p:nvPr/>
              </p:nvSpPr>
              <p:spPr>
                <a:xfrm>
                  <a:off x="8187100" y="4610600"/>
                  <a:ext cx="25000" cy="18050"/>
                </a:xfrm>
                <a:custGeom>
                  <a:rect b="b" l="l" r="r" t="t"/>
                  <a:pathLst>
                    <a:path extrusionOk="0" h="722" w="1000">
                      <a:moveTo>
                        <a:pt x="666" y="140"/>
                      </a:moveTo>
                      <a:cubicBezTo>
                        <a:pt x="694" y="140"/>
                        <a:pt x="750" y="140"/>
                        <a:pt x="777" y="167"/>
                      </a:cubicBezTo>
                      <a:cubicBezTo>
                        <a:pt x="805" y="195"/>
                        <a:pt x="833" y="223"/>
                        <a:pt x="860" y="250"/>
                      </a:cubicBezTo>
                      <a:cubicBezTo>
                        <a:pt x="860" y="278"/>
                        <a:pt x="888" y="306"/>
                        <a:pt x="888" y="361"/>
                      </a:cubicBezTo>
                      <a:cubicBezTo>
                        <a:pt x="888" y="389"/>
                        <a:pt x="860" y="445"/>
                        <a:pt x="860" y="472"/>
                      </a:cubicBezTo>
                      <a:cubicBezTo>
                        <a:pt x="833" y="500"/>
                        <a:pt x="805" y="528"/>
                        <a:pt x="777" y="555"/>
                      </a:cubicBezTo>
                      <a:cubicBezTo>
                        <a:pt x="750" y="583"/>
                        <a:pt x="694" y="583"/>
                        <a:pt x="666" y="583"/>
                      </a:cubicBezTo>
                      <a:cubicBezTo>
                        <a:pt x="611" y="583"/>
                        <a:pt x="583" y="583"/>
                        <a:pt x="528" y="555"/>
                      </a:cubicBezTo>
                      <a:cubicBezTo>
                        <a:pt x="500" y="528"/>
                        <a:pt x="472" y="500"/>
                        <a:pt x="472" y="472"/>
                      </a:cubicBezTo>
                      <a:cubicBezTo>
                        <a:pt x="445" y="445"/>
                        <a:pt x="445" y="389"/>
                        <a:pt x="445" y="361"/>
                      </a:cubicBezTo>
                      <a:cubicBezTo>
                        <a:pt x="445" y="334"/>
                        <a:pt x="445" y="278"/>
                        <a:pt x="472" y="250"/>
                      </a:cubicBezTo>
                      <a:cubicBezTo>
                        <a:pt x="472" y="223"/>
                        <a:pt x="500" y="195"/>
                        <a:pt x="528" y="167"/>
                      </a:cubicBezTo>
                      <a:cubicBezTo>
                        <a:pt x="583" y="140"/>
                        <a:pt x="611" y="140"/>
                        <a:pt x="666" y="140"/>
                      </a:cubicBezTo>
                      <a:close/>
                      <a:moveTo>
                        <a:pt x="666" y="1"/>
                      </a:moveTo>
                      <a:cubicBezTo>
                        <a:pt x="583" y="1"/>
                        <a:pt x="528" y="1"/>
                        <a:pt x="500" y="29"/>
                      </a:cubicBezTo>
                      <a:cubicBezTo>
                        <a:pt x="445" y="56"/>
                        <a:pt x="389" y="112"/>
                        <a:pt x="361" y="167"/>
                      </a:cubicBezTo>
                      <a:cubicBezTo>
                        <a:pt x="334" y="223"/>
                        <a:pt x="334" y="278"/>
                        <a:pt x="334" y="334"/>
                      </a:cubicBezTo>
                      <a:cubicBezTo>
                        <a:pt x="334" y="361"/>
                        <a:pt x="334" y="389"/>
                        <a:pt x="334" y="417"/>
                      </a:cubicBezTo>
                      <a:lnTo>
                        <a:pt x="29" y="223"/>
                      </a:lnTo>
                      <a:lnTo>
                        <a:pt x="1" y="223"/>
                      </a:lnTo>
                      <a:cubicBezTo>
                        <a:pt x="1" y="223"/>
                        <a:pt x="1" y="223"/>
                        <a:pt x="1" y="250"/>
                      </a:cubicBezTo>
                      <a:lnTo>
                        <a:pt x="1" y="306"/>
                      </a:lnTo>
                      <a:cubicBezTo>
                        <a:pt x="1" y="306"/>
                        <a:pt x="1" y="334"/>
                        <a:pt x="1" y="334"/>
                      </a:cubicBezTo>
                      <a:cubicBezTo>
                        <a:pt x="1" y="334"/>
                        <a:pt x="1" y="334"/>
                        <a:pt x="1" y="361"/>
                      </a:cubicBezTo>
                      <a:lnTo>
                        <a:pt x="29" y="361"/>
                      </a:lnTo>
                      <a:lnTo>
                        <a:pt x="389" y="639"/>
                      </a:lnTo>
                      <a:cubicBezTo>
                        <a:pt x="500" y="694"/>
                        <a:pt x="583" y="722"/>
                        <a:pt x="666" y="722"/>
                      </a:cubicBezTo>
                      <a:cubicBezTo>
                        <a:pt x="722" y="722"/>
                        <a:pt x="777" y="722"/>
                        <a:pt x="833" y="694"/>
                      </a:cubicBezTo>
                      <a:cubicBezTo>
                        <a:pt x="888" y="666"/>
                        <a:pt x="916" y="611"/>
                        <a:pt x="944" y="555"/>
                      </a:cubicBezTo>
                      <a:cubicBezTo>
                        <a:pt x="971" y="500"/>
                        <a:pt x="999" y="445"/>
                        <a:pt x="999" y="361"/>
                      </a:cubicBezTo>
                      <a:cubicBezTo>
                        <a:pt x="999" y="278"/>
                        <a:pt x="971" y="223"/>
                        <a:pt x="944" y="167"/>
                      </a:cubicBezTo>
                      <a:cubicBezTo>
                        <a:pt x="916" y="112"/>
                        <a:pt x="888" y="56"/>
                        <a:pt x="833" y="29"/>
                      </a:cubicBezTo>
                      <a:cubicBezTo>
                        <a:pt x="777" y="1"/>
                        <a:pt x="722" y="1"/>
                        <a:pt x="66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sp>
        <p:nvSpPr>
          <p:cNvPr id="1614" name="Google Shape;1614;p68"/>
          <p:cNvSpPr txBox="1"/>
          <p:nvPr>
            <p:ph type="title"/>
          </p:nvPr>
        </p:nvSpPr>
        <p:spPr>
          <a:xfrm>
            <a:off x="4864525" y="1859750"/>
            <a:ext cx="3559500" cy="87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15" name="Google Shape;1615;p68"/>
          <p:cNvSpPr txBox="1"/>
          <p:nvPr>
            <p:ph idx="1" type="subTitle"/>
          </p:nvPr>
        </p:nvSpPr>
        <p:spPr>
          <a:xfrm>
            <a:off x="4864525" y="2730750"/>
            <a:ext cx="35595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6" name="Google Shape;1616;p68"/>
          <p:cNvSpPr txBox="1"/>
          <p:nvPr>
            <p:ph hasCustomPrompt="1" idx="2" type="title"/>
          </p:nvPr>
        </p:nvSpPr>
        <p:spPr>
          <a:xfrm>
            <a:off x="2546000" y="3030300"/>
            <a:ext cx="1348500" cy="111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1617" name="Shape 1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8" name="Google Shape;1618;p69"/>
          <p:cNvSpPr txBox="1"/>
          <p:nvPr>
            <p:ph type="title"/>
          </p:nvPr>
        </p:nvSpPr>
        <p:spPr>
          <a:xfrm>
            <a:off x="1456050" y="3414150"/>
            <a:ext cx="6239100" cy="58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619" name="Google Shape;1619;p69"/>
          <p:cNvSpPr txBox="1"/>
          <p:nvPr>
            <p:ph idx="1" type="subTitle"/>
          </p:nvPr>
        </p:nvSpPr>
        <p:spPr>
          <a:xfrm>
            <a:off x="964850" y="1148850"/>
            <a:ext cx="7214400" cy="20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620" name="Google Shape;1620;p69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621" name="Google Shape;1621;p6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6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4" name="Google Shape;1624;p69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625" name="Google Shape;1625;p6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6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6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8" name="Google Shape;1628;p69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629" name="Google Shape;1629;p6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6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32" name="Google Shape;1632;p69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633" name="Google Shape;1633;p6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6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6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_1"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7" name="Google Shape;1637;p70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1638" name="Google Shape;1638;p70"/>
            <p:cNvGrpSpPr/>
            <p:nvPr/>
          </p:nvGrpSpPr>
          <p:grpSpPr>
            <a:xfrm>
              <a:off x="4672726" y="1652797"/>
              <a:ext cx="4108323" cy="3132999"/>
              <a:chOff x="5614975" y="2571738"/>
              <a:chExt cx="2725075" cy="2078413"/>
            </a:xfrm>
          </p:grpSpPr>
          <p:grpSp>
            <p:nvGrpSpPr>
              <p:cNvPr id="1639" name="Google Shape;1639;p70"/>
              <p:cNvGrpSpPr/>
              <p:nvPr/>
            </p:nvGrpSpPr>
            <p:grpSpPr>
              <a:xfrm>
                <a:off x="8301900" y="2571738"/>
                <a:ext cx="38150" cy="1997125"/>
                <a:chOff x="8301900" y="2571738"/>
                <a:chExt cx="38150" cy="1997125"/>
              </a:xfrm>
            </p:grpSpPr>
            <p:sp>
              <p:nvSpPr>
                <p:cNvPr id="1640" name="Google Shape;1640;p70"/>
                <p:cNvSpPr/>
                <p:nvPr/>
              </p:nvSpPr>
              <p:spPr>
                <a:xfrm>
                  <a:off x="8305713" y="2571738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112"/>
                      </a:moveTo>
                      <a:cubicBezTo>
                        <a:pt x="416" y="112"/>
                        <a:pt x="472" y="112"/>
                        <a:pt x="500" y="167"/>
                      </a:cubicBezTo>
                      <a:cubicBezTo>
                        <a:pt x="527" y="223"/>
                        <a:pt x="555" y="278"/>
                        <a:pt x="555" y="361"/>
                      </a:cubicBezTo>
                      <a:cubicBezTo>
                        <a:pt x="555" y="389"/>
                        <a:pt x="555" y="417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66"/>
                        <a:pt x="527" y="722"/>
                        <a:pt x="500" y="777"/>
                      </a:cubicBezTo>
                      <a:cubicBezTo>
                        <a:pt x="472" y="805"/>
                        <a:pt x="416" y="833"/>
                        <a:pt x="333" y="833"/>
                      </a:cubicBezTo>
                      <a:cubicBezTo>
                        <a:pt x="278" y="833"/>
                        <a:pt x="222" y="805"/>
                        <a:pt x="195" y="777"/>
                      </a:cubicBezTo>
                      <a:cubicBezTo>
                        <a:pt x="167" y="722"/>
                        <a:pt x="139" y="666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3"/>
                        <a:pt x="195" y="167"/>
                      </a:cubicBezTo>
                      <a:cubicBezTo>
                        <a:pt x="222" y="112"/>
                        <a:pt x="278" y="112"/>
                        <a:pt x="333" y="112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29"/>
                        <a:pt x="111" y="84"/>
                      </a:cubicBezTo>
                      <a:cubicBezTo>
                        <a:pt x="56" y="167"/>
                        <a:pt x="28" y="250"/>
                        <a:pt x="28" y="361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3"/>
                      </a:cubicBezTo>
                      <a:cubicBezTo>
                        <a:pt x="139" y="916"/>
                        <a:pt x="222" y="944"/>
                        <a:pt x="333" y="944"/>
                      </a:cubicBezTo>
                      <a:cubicBezTo>
                        <a:pt x="472" y="944"/>
                        <a:pt x="555" y="916"/>
                        <a:pt x="583" y="833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8"/>
                        <a:pt x="694" y="472"/>
                      </a:cubicBezTo>
                      <a:cubicBezTo>
                        <a:pt x="694" y="417"/>
                        <a:pt x="666" y="389"/>
                        <a:pt x="666" y="361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9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1" name="Google Shape;1641;p70"/>
                <p:cNvSpPr/>
                <p:nvPr/>
              </p:nvSpPr>
              <p:spPr>
                <a:xfrm>
                  <a:off x="8302600" y="2966313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84"/>
                      </a:moveTo>
                      <a:cubicBezTo>
                        <a:pt x="416" y="84"/>
                        <a:pt x="472" y="111"/>
                        <a:pt x="500" y="167"/>
                      </a:cubicBezTo>
                      <a:cubicBezTo>
                        <a:pt x="527" y="222"/>
                        <a:pt x="555" y="278"/>
                        <a:pt x="555" y="361"/>
                      </a:cubicBezTo>
                      <a:cubicBezTo>
                        <a:pt x="555" y="389"/>
                        <a:pt x="555" y="416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38"/>
                        <a:pt x="527" y="721"/>
                        <a:pt x="500" y="749"/>
                      </a:cubicBezTo>
                      <a:cubicBezTo>
                        <a:pt x="472" y="805"/>
                        <a:pt x="416" y="832"/>
                        <a:pt x="333" y="832"/>
                      </a:cubicBezTo>
                      <a:cubicBezTo>
                        <a:pt x="278" y="832"/>
                        <a:pt x="222" y="805"/>
                        <a:pt x="195" y="749"/>
                      </a:cubicBezTo>
                      <a:cubicBezTo>
                        <a:pt x="167" y="721"/>
                        <a:pt x="139" y="638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2"/>
                        <a:pt x="195" y="167"/>
                      </a:cubicBezTo>
                      <a:cubicBezTo>
                        <a:pt x="222" y="111"/>
                        <a:pt x="278" y="84"/>
                        <a:pt x="333" y="84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28"/>
                        <a:pt x="111" y="84"/>
                      </a:cubicBezTo>
                      <a:cubicBezTo>
                        <a:pt x="56" y="167"/>
                        <a:pt x="28" y="250"/>
                        <a:pt x="28" y="333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2"/>
                      </a:cubicBezTo>
                      <a:cubicBezTo>
                        <a:pt x="139" y="915"/>
                        <a:pt x="222" y="943"/>
                        <a:pt x="333" y="943"/>
                      </a:cubicBezTo>
                      <a:cubicBezTo>
                        <a:pt x="472" y="943"/>
                        <a:pt x="555" y="915"/>
                        <a:pt x="583" y="832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7"/>
                        <a:pt x="694" y="472"/>
                      </a:cubicBezTo>
                      <a:cubicBezTo>
                        <a:pt x="694" y="416"/>
                        <a:pt x="666" y="361"/>
                        <a:pt x="666" y="333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8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2" name="Google Shape;1642;p70"/>
                <p:cNvSpPr/>
                <p:nvPr/>
              </p:nvSpPr>
              <p:spPr>
                <a:xfrm>
                  <a:off x="8302250" y="3360888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84"/>
                      </a:moveTo>
                      <a:cubicBezTo>
                        <a:pt x="416" y="84"/>
                        <a:pt x="472" y="112"/>
                        <a:pt x="500" y="167"/>
                      </a:cubicBezTo>
                      <a:cubicBezTo>
                        <a:pt x="527" y="223"/>
                        <a:pt x="555" y="278"/>
                        <a:pt x="555" y="361"/>
                      </a:cubicBezTo>
                      <a:cubicBezTo>
                        <a:pt x="555" y="389"/>
                        <a:pt x="555" y="417"/>
                        <a:pt x="555" y="472"/>
                      </a:cubicBezTo>
                      <a:cubicBezTo>
                        <a:pt x="555" y="500"/>
                        <a:pt x="555" y="555"/>
                        <a:pt x="555" y="583"/>
                      </a:cubicBezTo>
                      <a:cubicBezTo>
                        <a:pt x="555" y="638"/>
                        <a:pt x="527" y="722"/>
                        <a:pt x="500" y="749"/>
                      </a:cubicBezTo>
                      <a:cubicBezTo>
                        <a:pt x="472" y="805"/>
                        <a:pt x="416" y="833"/>
                        <a:pt x="333" y="833"/>
                      </a:cubicBezTo>
                      <a:cubicBezTo>
                        <a:pt x="278" y="833"/>
                        <a:pt x="222" y="805"/>
                        <a:pt x="195" y="749"/>
                      </a:cubicBezTo>
                      <a:cubicBezTo>
                        <a:pt x="167" y="722"/>
                        <a:pt x="139" y="638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278"/>
                        <a:pt x="167" y="223"/>
                        <a:pt x="195" y="167"/>
                      </a:cubicBezTo>
                      <a:cubicBezTo>
                        <a:pt x="222" y="112"/>
                        <a:pt x="278" y="84"/>
                        <a:pt x="333" y="84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29"/>
                        <a:pt x="111" y="84"/>
                      </a:cubicBezTo>
                      <a:cubicBezTo>
                        <a:pt x="56" y="167"/>
                        <a:pt x="28" y="250"/>
                        <a:pt x="28" y="334"/>
                      </a:cubicBezTo>
                      <a:lnTo>
                        <a:pt x="0" y="472"/>
                      </a:lnTo>
                      <a:lnTo>
                        <a:pt x="28" y="583"/>
                      </a:lnTo>
                      <a:cubicBezTo>
                        <a:pt x="28" y="694"/>
                        <a:pt x="56" y="777"/>
                        <a:pt x="111" y="833"/>
                      </a:cubicBezTo>
                      <a:cubicBezTo>
                        <a:pt x="139" y="916"/>
                        <a:pt x="222" y="943"/>
                        <a:pt x="333" y="943"/>
                      </a:cubicBezTo>
                      <a:cubicBezTo>
                        <a:pt x="472" y="943"/>
                        <a:pt x="555" y="916"/>
                        <a:pt x="583" y="833"/>
                      </a:cubicBezTo>
                      <a:cubicBezTo>
                        <a:pt x="638" y="777"/>
                        <a:pt x="666" y="694"/>
                        <a:pt x="666" y="583"/>
                      </a:cubicBezTo>
                      <a:cubicBezTo>
                        <a:pt x="666" y="555"/>
                        <a:pt x="694" y="528"/>
                        <a:pt x="694" y="472"/>
                      </a:cubicBezTo>
                      <a:cubicBezTo>
                        <a:pt x="694" y="417"/>
                        <a:pt x="666" y="361"/>
                        <a:pt x="666" y="334"/>
                      </a:cubicBezTo>
                      <a:cubicBezTo>
                        <a:pt x="666" y="250"/>
                        <a:pt x="638" y="167"/>
                        <a:pt x="583" y="84"/>
                      </a:cubicBezTo>
                      <a:cubicBezTo>
                        <a:pt x="555" y="29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3" name="Google Shape;1643;p70"/>
                <p:cNvSpPr/>
                <p:nvPr/>
              </p:nvSpPr>
              <p:spPr>
                <a:xfrm>
                  <a:off x="8301900" y="3755463"/>
                  <a:ext cx="17350" cy="23575"/>
                </a:xfrm>
                <a:custGeom>
                  <a:rect b="b" l="l" r="r" t="t"/>
                  <a:pathLst>
                    <a:path extrusionOk="0" h="943" w="694">
                      <a:moveTo>
                        <a:pt x="333" y="83"/>
                      </a:moveTo>
                      <a:cubicBezTo>
                        <a:pt x="416" y="83"/>
                        <a:pt x="472" y="111"/>
                        <a:pt x="500" y="166"/>
                      </a:cubicBezTo>
                      <a:cubicBezTo>
                        <a:pt x="527" y="222"/>
                        <a:pt x="555" y="277"/>
                        <a:pt x="555" y="361"/>
                      </a:cubicBezTo>
                      <a:cubicBezTo>
                        <a:pt x="555" y="388"/>
                        <a:pt x="555" y="416"/>
                        <a:pt x="555" y="471"/>
                      </a:cubicBezTo>
                      <a:cubicBezTo>
                        <a:pt x="555" y="499"/>
                        <a:pt x="555" y="555"/>
                        <a:pt x="555" y="582"/>
                      </a:cubicBezTo>
                      <a:cubicBezTo>
                        <a:pt x="555" y="638"/>
                        <a:pt x="527" y="721"/>
                        <a:pt x="500" y="749"/>
                      </a:cubicBezTo>
                      <a:cubicBezTo>
                        <a:pt x="472" y="804"/>
                        <a:pt x="416" y="832"/>
                        <a:pt x="333" y="832"/>
                      </a:cubicBezTo>
                      <a:cubicBezTo>
                        <a:pt x="278" y="832"/>
                        <a:pt x="222" y="804"/>
                        <a:pt x="195" y="749"/>
                      </a:cubicBezTo>
                      <a:cubicBezTo>
                        <a:pt x="167" y="721"/>
                        <a:pt x="139" y="638"/>
                        <a:pt x="139" y="582"/>
                      </a:cubicBezTo>
                      <a:lnTo>
                        <a:pt x="139" y="471"/>
                      </a:lnTo>
                      <a:lnTo>
                        <a:pt x="139" y="361"/>
                      </a:lnTo>
                      <a:cubicBezTo>
                        <a:pt x="139" y="277"/>
                        <a:pt x="167" y="222"/>
                        <a:pt x="195" y="166"/>
                      </a:cubicBezTo>
                      <a:cubicBezTo>
                        <a:pt x="222" y="111"/>
                        <a:pt x="278" y="83"/>
                        <a:pt x="333" y="83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28"/>
                        <a:pt x="111" y="83"/>
                      </a:cubicBezTo>
                      <a:cubicBezTo>
                        <a:pt x="56" y="166"/>
                        <a:pt x="28" y="250"/>
                        <a:pt x="28" y="333"/>
                      </a:cubicBezTo>
                      <a:lnTo>
                        <a:pt x="0" y="471"/>
                      </a:lnTo>
                      <a:lnTo>
                        <a:pt x="28" y="582"/>
                      </a:lnTo>
                      <a:cubicBezTo>
                        <a:pt x="28" y="693"/>
                        <a:pt x="56" y="776"/>
                        <a:pt x="111" y="832"/>
                      </a:cubicBezTo>
                      <a:cubicBezTo>
                        <a:pt x="139" y="915"/>
                        <a:pt x="222" y="943"/>
                        <a:pt x="333" y="943"/>
                      </a:cubicBezTo>
                      <a:cubicBezTo>
                        <a:pt x="472" y="943"/>
                        <a:pt x="555" y="915"/>
                        <a:pt x="583" y="832"/>
                      </a:cubicBezTo>
                      <a:cubicBezTo>
                        <a:pt x="638" y="776"/>
                        <a:pt x="666" y="693"/>
                        <a:pt x="666" y="582"/>
                      </a:cubicBezTo>
                      <a:cubicBezTo>
                        <a:pt x="666" y="555"/>
                        <a:pt x="694" y="527"/>
                        <a:pt x="694" y="471"/>
                      </a:cubicBezTo>
                      <a:cubicBezTo>
                        <a:pt x="694" y="416"/>
                        <a:pt x="666" y="361"/>
                        <a:pt x="666" y="333"/>
                      </a:cubicBezTo>
                      <a:cubicBezTo>
                        <a:pt x="666" y="250"/>
                        <a:pt x="638" y="166"/>
                        <a:pt x="583" y="83"/>
                      </a:cubicBezTo>
                      <a:cubicBezTo>
                        <a:pt x="555" y="28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4" name="Google Shape;1644;p70"/>
                <p:cNvSpPr/>
                <p:nvPr/>
              </p:nvSpPr>
              <p:spPr>
                <a:xfrm>
                  <a:off x="8302600" y="4150013"/>
                  <a:ext cx="17350" cy="24275"/>
                </a:xfrm>
                <a:custGeom>
                  <a:rect b="b" l="l" r="r" t="t"/>
                  <a:pathLst>
                    <a:path extrusionOk="0" h="971" w="694">
                      <a:moveTo>
                        <a:pt x="333" y="111"/>
                      </a:moveTo>
                      <a:cubicBezTo>
                        <a:pt x="416" y="111"/>
                        <a:pt x="472" y="139"/>
                        <a:pt x="500" y="194"/>
                      </a:cubicBezTo>
                      <a:cubicBezTo>
                        <a:pt x="527" y="222"/>
                        <a:pt x="555" y="305"/>
                        <a:pt x="555" y="388"/>
                      </a:cubicBezTo>
                      <a:cubicBezTo>
                        <a:pt x="555" y="388"/>
                        <a:pt x="555" y="444"/>
                        <a:pt x="555" y="471"/>
                      </a:cubicBezTo>
                      <a:cubicBezTo>
                        <a:pt x="555" y="527"/>
                        <a:pt x="555" y="582"/>
                        <a:pt x="555" y="582"/>
                      </a:cubicBezTo>
                      <a:cubicBezTo>
                        <a:pt x="555" y="665"/>
                        <a:pt x="527" y="749"/>
                        <a:pt x="500" y="776"/>
                      </a:cubicBezTo>
                      <a:cubicBezTo>
                        <a:pt x="472" y="832"/>
                        <a:pt x="416" y="860"/>
                        <a:pt x="333" y="860"/>
                      </a:cubicBezTo>
                      <a:cubicBezTo>
                        <a:pt x="278" y="860"/>
                        <a:pt x="222" y="832"/>
                        <a:pt x="195" y="776"/>
                      </a:cubicBezTo>
                      <a:cubicBezTo>
                        <a:pt x="167" y="749"/>
                        <a:pt x="139" y="665"/>
                        <a:pt x="139" y="582"/>
                      </a:cubicBezTo>
                      <a:lnTo>
                        <a:pt x="139" y="471"/>
                      </a:lnTo>
                      <a:lnTo>
                        <a:pt x="139" y="388"/>
                      </a:lnTo>
                      <a:cubicBezTo>
                        <a:pt x="139" y="305"/>
                        <a:pt x="167" y="222"/>
                        <a:pt x="195" y="194"/>
                      </a:cubicBezTo>
                      <a:cubicBezTo>
                        <a:pt x="222" y="139"/>
                        <a:pt x="278" y="111"/>
                        <a:pt x="333" y="111"/>
                      </a:cubicBezTo>
                      <a:close/>
                      <a:moveTo>
                        <a:pt x="333" y="0"/>
                      </a:moveTo>
                      <a:cubicBezTo>
                        <a:pt x="222" y="0"/>
                        <a:pt x="139" y="55"/>
                        <a:pt x="111" y="111"/>
                      </a:cubicBezTo>
                      <a:cubicBezTo>
                        <a:pt x="56" y="166"/>
                        <a:pt x="28" y="277"/>
                        <a:pt x="28" y="360"/>
                      </a:cubicBezTo>
                      <a:lnTo>
                        <a:pt x="0" y="499"/>
                      </a:lnTo>
                      <a:lnTo>
                        <a:pt x="28" y="610"/>
                      </a:lnTo>
                      <a:cubicBezTo>
                        <a:pt x="28" y="721"/>
                        <a:pt x="56" y="804"/>
                        <a:pt x="111" y="860"/>
                      </a:cubicBezTo>
                      <a:cubicBezTo>
                        <a:pt x="139" y="915"/>
                        <a:pt x="222" y="970"/>
                        <a:pt x="333" y="970"/>
                      </a:cubicBezTo>
                      <a:cubicBezTo>
                        <a:pt x="472" y="970"/>
                        <a:pt x="555" y="915"/>
                        <a:pt x="583" y="860"/>
                      </a:cubicBezTo>
                      <a:cubicBezTo>
                        <a:pt x="638" y="804"/>
                        <a:pt x="666" y="721"/>
                        <a:pt x="666" y="610"/>
                      </a:cubicBezTo>
                      <a:cubicBezTo>
                        <a:pt x="666" y="582"/>
                        <a:pt x="694" y="527"/>
                        <a:pt x="694" y="499"/>
                      </a:cubicBezTo>
                      <a:cubicBezTo>
                        <a:pt x="694" y="444"/>
                        <a:pt x="666" y="388"/>
                        <a:pt x="666" y="360"/>
                      </a:cubicBezTo>
                      <a:cubicBezTo>
                        <a:pt x="666" y="277"/>
                        <a:pt x="638" y="166"/>
                        <a:pt x="583" y="111"/>
                      </a:cubicBezTo>
                      <a:cubicBezTo>
                        <a:pt x="555" y="55"/>
                        <a:pt x="472" y="0"/>
                        <a:pt x="33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5" name="Google Shape;1645;p70"/>
                <p:cNvSpPr/>
                <p:nvPr/>
              </p:nvSpPr>
              <p:spPr>
                <a:xfrm>
                  <a:off x="8301900" y="4545263"/>
                  <a:ext cx="17350" cy="23600"/>
                </a:xfrm>
                <a:custGeom>
                  <a:rect b="b" l="l" r="r" t="t"/>
                  <a:pathLst>
                    <a:path extrusionOk="0" h="944" w="694">
                      <a:moveTo>
                        <a:pt x="333" y="112"/>
                      </a:moveTo>
                      <a:cubicBezTo>
                        <a:pt x="416" y="112"/>
                        <a:pt x="472" y="139"/>
                        <a:pt x="500" y="195"/>
                      </a:cubicBezTo>
                      <a:cubicBezTo>
                        <a:pt x="527" y="222"/>
                        <a:pt x="555" y="306"/>
                        <a:pt x="555" y="361"/>
                      </a:cubicBezTo>
                      <a:cubicBezTo>
                        <a:pt x="555" y="389"/>
                        <a:pt x="555" y="444"/>
                        <a:pt x="555" y="472"/>
                      </a:cubicBezTo>
                      <a:cubicBezTo>
                        <a:pt x="555" y="527"/>
                        <a:pt x="555" y="555"/>
                        <a:pt x="555" y="583"/>
                      </a:cubicBezTo>
                      <a:cubicBezTo>
                        <a:pt x="555" y="666"/>
                        <a:pt x="527" y="749"/>
                        <a:pt x="500" y="777"/>
                      </a:cubicBezTo>
                      <a:cubicBezTo>
                        <a:pt x="472" y="832"/>
                        <a:pt x="416" y="860"/>
                        <a:pt x="333" y="860"/>
                      </a:cubicBezTo>
                      <a:cubicBezTo>
                        <a:pt x="278" y="860"/>
                        <a:pt x="222" y="832"/>
                        <a:pt x="195" y="777"/>
                      </a:cubicBezTo>
                      <a:cubicBezTo>
                        <a:pt x="167" y="749"/>
                        <a:pt x="139" y="666"/>
                        <a:pt x="139" y="583"/>
                      </a:cubicBezTo>
                      <a:lnTo>
                        <a:pt x="139" y="472"/>
                      </a:lnTo>
                      <a:lnTo>
                        <a:pt x="139" y="361"/>
                      </a:lnTo>
                      <a:cubicBezTo>
                        <a:pt x="139" y="306"/>
                        <a:pt x="167" y="222"/>
                        <a:pt x="195" y="195"/>
                      </a:cubicBezTo>
                      <a:cubicBezTo>
                        <a:pt x="222" y="139"/>
                        <a:pt x="278" y="112"/>
                        <a:pt x="333" y="112"/>
                      </a:cubicBezTo>
                      <a:close/>
                      <a:moveTo>
                        <a:pt x="333" y="1"/>
                      </a:moveTo>
                      <a:cubicBezTo>
                        <a:pt x="222" y="1"/>
                        <a:pt x="139" y="56"/>
                        <a:pt x="111" y="112"/>
                      </a:cubicBezTo>
                      <a:cubicBezTo>
                        <a:pt x="56" y="167"/>
                        <a:pt x="28" y="250"/>
                        <a:pt x="28" y="361"/>
                      </a:cubicBezTo>
                      <a:lnTo>
                        <a:pt x="0" y="472"/>
                      </a:lnTo>
                      <a:lnTo>
                        <a:pt x="28" y="611"/>
                      </a:lnTo>
                      <a:cubicBezTo>
                        <a:pt x="28" y="694"/>
                        <a:pt x="56" y="805"/>
                        <a:pt x="111" y="860"/>
                      </a:cubicBezTo>
                      <a:cubicBezTo>
                        <a:pt x="139" y="916"/>
                        <a:pt x="222" y="943"/>
                        <a:pt x="333" y="943"/>
                      </a:cubicBezTo>
                      <a:cubicBezTo>
                        <a:pt x="472" y="943"/>
                        <a:pt x="555" y="916"/>
                        <a:pt x="583" y="860"/>
                      </a:cubicBezTo>
                      <a:cubicBezTo>
                        <a:pt x="638" y="805"/>
                        <a:pt x="666" y="694"/>
                        <a:pt x="666" y="611"/>
                      </a:cubicBezTo>
                      <a:cubicBezTo>
                        <a:pt x="666" y="583"/>
                        <a:pt x="694" y="527"/>
                        <a:pt x="694" y="472"/>
                      </a:cubicBezTo>
                      <a:cubicBezTo>
                        <a:pt x="694" y="444"/>
                        <a:pt x="666" y="389"/>
                        <a:pt x="666" y="361"/>
                      </a:cubicBezTo>
                      <a:cubicBezTo>
                        <a:pt x="666" y="250"/>
                        <a:pt x="638" y="167"/>
                        <a:pt x="583" y="112"/>
                      </a:cubicBezTo>
                      <a:cubicBezTo>
                        <a:pt x="555" y="56"/>
                        <a:pt x="472" y="1"/>
                        <a:pt x="33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6" name="Google Shape;1646;p70"/>
                <p:cNvSpPr/>
                <p:nvPr/>
              </p:nvSpPr>
              <p:spPr>
                <a:xfrm>
                  <a:off x="8325813" y="2571738"/>
                  <a:ext cx="10425" cy="22900"/>
                </a:xfrm>
                <a:custGeom>
                  <a:rect b="b" l="l" r="r" t="t"/>
                  <a:pathLst>
                    <a:path extrusionOk="0" h="916" w="417">
                      <a:moveTo>
                        <a:pt x="333" y="1"/>
                      </a:moveTo>
                      <a:cubicBezTo>
                        <a:pt x="306" y="1"/>
                        <a:pt x="306" y="1"/>
                        <a:pt x="278" y="29"/>
                      </a:cubicBezTo>
                      <a:lnTo>
                        <a:pt x="1" y="250"/>
                      </a:lnTo>
                      <a:cubicBezTo>
                        <a:pt x="1" y="278"/>
                        <a:pt x="1" y="278"/>
                        <a:pt x="1" y="278"/>
                      </a:cubicBezTo>
                      <a:lnTo>
                        <a:pt x="28" y="306"/>
                      </a:lnTo>
                      <a:cubicBezTo>
                        <a:pt x="28" y="334"/>
                        <a:pt x="56" y="334"/>
                        <a:pt x="56" y="334"/>
                      </a:cubicBezTo>
                      <a:lnTo>
                        <a:pt x="84" y="334"/>
                      </a:lnTo>
                      <a:lnTo>
                        <a:pt x="306" y="167"/>
                      </a:lnTo>
                      <a:lnTo>
                        <a:pt x="306" y="888"/>
                      </a:lnTo>
                      <a:cubicBezTo>
                        <a:pt x="306" y="916"/>
                        <a:pt x="306" y="916"/>
                        <a:pt x="306" y="916"/>
                      </a:cubicBezTo>
                      <a:lnTo>
                        <a:pt x="416" y="916"/>
                      </a:lnTo>
                      <a:cubicBezTo>
                        <a:pt x="416" y="916"/>
                        <a:pt x="416" y="916"/>
                        <a:pt x="416" y="888"/>
                      </a:cubicBezTo>
                      <a:lnTo>
                        <a:pt x="416" y="29"/>
                      </a:lnTo>
                      <a:cubicBezTo>
                        <a:pt x="389" y="1"/>
                        <a:pt x="389" y="1"/>
                        <a:pt x="389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7" name="Google Shape;1647;p70"/>
                <p:cNvSpPr/>
                <p:nvPr/>
              </p:nvSpPr>
              <p:spPr>
                <a:xfrm>
                  <a:off x="8323400" y="2966303"/>
                  <a:ext cx="15950" cy="22900"/>
                </a:xfrm>
                <a:custGeom>
                  <a:rect b="b" l="l" r="r" t="t"/>
                  <a:pathLst>
                    <a:path extrusionOk="0" h="916" w="638">
                      <a:moveTo>
                        <a:pt x="305" y="0"/>
                      </a:moveTo>
                      <a:cubicBezTo>
                        <a:pt x="250" y="0"/>
                        <a:pt x="194" y="0"/>
                        <a:pt x="139" y="28"/>
                      </a:cubicBezTo>
                      <a:cubicBezTo>
                        <a:pt x="111" y="56"/>
                        <a:pt x="83" y="84"/>
                        <a:pt x="56" y="139"/>
                      </a:cubicBezTo>
                      <a:cubicBezTo>
                        <a:pt x="28" y="167"/>
                        <a:pt x="0" y="222"/>
                        <a:pt x="0" y="278"/>
                      </a:cubicBezTo>
                      <a:lnTo>
                        <a:pt x="28" y="278"/>
                      </a:lnTo>
                      <a:cubicBezTo>
                        <a:pt x="28" y="305"/>
                        <a:pt x="28" y="305"/>
                        <a:pt x="28" y="305"/>
                      </a:cubicBezTo>
                      <a:lnTo>
                        <a:pt x="111" y="305"/>
                      </a:lnTo>
                      <a:cubicBezTo>
                        <a:pt x="111" y="305"/>
                        <a:pt x="111" y="305"/>
                        <a:pt x="111" y="278"/>
                      </a:cubicBezTo>
                      <a:lnTo>
                        <a:pt x="139" y="278"/>
                      </a:lnTo>
                      <a:cubicBezTo>
                        <a:pt x="139" y="222"/>
                        <a:pt x="167" y="167"/>
                        <a:pt x="194" y="139"/>
                      </a:cubicBezTo>
                      <a:cubicBezTo>
                        <a:pt x="222" y="111"/>
                        <a:pt x="250" y="84"/>
                        <a:pt x="305" y="84"/>
                      </a:cubicBezTo>
                      <a:cubicBezTo>
                        <a:pt x="361" y="84"/>
                        <a:pt x="416" y="111"/>
                        <a:pt x="444" y="139"/>
                      </a:cubicBezTo>
                      <a:cubicBezTo>
                        <a:pt x="472" y="167"/>
                        <a:pt x="472" y="222"/>
                        <a:pt x="472" y="250"/>
                      </a:cubicBezTo>
                      <a:cubicBezTo>
                        <a:pt x="472" y="305"/>
                        <a:pt x="472" y="333"/>
                        <a:pt x="444" y="361"/>
                      </a:cubicBezTo>
                      <a:cubicBezTo>
                        <a:pt x="416" y="416"/>
                        <a:pt x="388" y="444"/>
                        <a:pt x="305" y="500"/>
                      </a:cubicBezTo>
                      <a:lnTo>
                        <a:pt x="28" y="805"/>
                      </a:lnTo>
                      <a:cubicBezTo>
                        <a:pt x="0" y="805"/>
                        <a:pt x="0" y="832"/>
                        <a:pt x="0" y="860"/>
                      </a:cubicBezTo>
                      <a:lnTo>
                        <a:pt x="0" y="888"/>
                      </a:lnTo>
                      <a:cubicBezTo>
                        <a:pt x="0" y="888"/>
                        <a:pt x="0" y="915"/>
                        <a:pt x="0" y="915"/>
                      </a:cubicBezTo>
                      <a:lnTo>
                        <a:pt x="610" y="915"/>
                      </a:lnTo>
                      <a:cubicBezTo>
                        <a:pt x="638" y="915"/>
                        <a:pt x="638" y="888"/>
                        <a:pt x="638" y="888"/>
                      </a:cubicBezTo>
                      <a:lnTo>
                        <a:pt x="638" y="832"/>
                      </a:lnTo>
                      <a:lnTo>
                        <a:pt x="610" y="832"/>
                      </a:lnTo>
                      <a:cubicBezTo>
                        <a:pt x="610" y="805"/>
                        <a:pt x="610" y="805"/>
                        <a:pt x="610" y="805"/>
                      </a:cubicBezTo>
                      <a:lnTo>
                        <a:pt x="194" y="805"/>
                      </a:lnTo>
                      <a:lnTo>
                        <a:pt x="444" y="555"/>
                      </a:lnTo>
                      <a:cubicBezTo>
                        <a:pt x="499" y="500"/>
                        <a:pt x="555" y="444"/>
                        <a:pt x="582" y="416"/>
                      </a:cubicBezTo>
                      <a:cubicBezTo>
                        <a:pt x="610" y="361"/>
                        <a:pt x="610" y="305"/>
                        <a:pt x="610" y="250"/>
                      </a:cubicBezTo>
                      <a:cubicBezTo>
                        <a:pt x="610" y="195"/>
                        <a:pt x="582" y="111"/>
                        <a:pt x="527" y="56"/>
                      </a:cubicBezTo>
                      <a:cubicBezTo>
                        <a:pt x="499" y="0"/>
                        <a:pt x="416" y="0"/>
                        <a:pt x="305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8" name="Google Shape;1648;p70"/>
                <p:cNvSpPr/>
                <p:nvPr/>
              </p:nvSpPr>
              <p:spPr>
                <a:xfrm>
                  <a:off x="8323050" y="3360868"/>
                  <a:ext cx="16650" cy="23600"/>
                </a:xfrm>
                <a:custGeom>
                  <a:rect b="b" l="l" r="r" t="t"/>
                  <a:pathLst>
                    <a:path extrusionOk="0" h="944" w="666">
                      <a:moveTo>
                        <a:pt x="28" y="1"/>
                      </a:moveTo>
                      <a:cubicBezTo>
                        <a:pt x="28" y="29"/>
                        <a:pt x="28" y="29"/>
                        <a:pt x="28" y="29"/>
                      </a:cubicBezTo>
                      <a:lnTo>
                        <a:pt x="28" y="84"/>
                      </a:lnTo>
                      <a:cubicBezTo>
                        <a:pt x="28" y="84"/>
                        <a:pt x="28" y="84"/>
                        <a:pt x="28" y="112"/>
                      </a:cubicBezTo>
                      <a:lnTo>
                        <a:pt x="444" y="112"/>
                      </a:lnTo>
                      <a:lnTo>
                        <a:pt x="194" y="389"/>
                      </a:lnTo>
                      <a:cubicBezTo>
                        <a:pt x="194" y="417"/>
                        <a:pt x="167" y="417"/>
                        <a:pt x="167" y="417"/>
                      </a:cubicBezTo>
                      <a:lnTo>
                        <a:pt x="167" y="472"/>
                      </a:lnTo>
                      <a:lnTo>
                        <a:pt x="194" y="472"/>
                      </a:lnTo>
                      <a:cubicBezTo>
                        <a:pt x="194" y="500"/>
                        <a:pt x="194" y="500"/>
                        <a:pt x="194" y="500"/>
                      </a:cubicBezTo>
                      <a:lnTo>
                        <a:pt x="333" y="500"/>
                      </a:lnTo>
                      <a:cubicBezTo>
                        <a:pt x="472" y="500"/>
                        <a:pt x="527" y="555"/>
                        <a:pt x="527" y="666"/>
                      </a:cubicBezTo>
                      <a:cubicBezTo>
                        <a:pt x="527" y="722"/>
                        <a:pt x="499" y="749"/>
                        <a:pt x="472" y="777"/>
                      </a:cubicBezTo>
                      <a:cubicBezTo>
                        <a:pt x="444" y="805"/>
                        <a:pt x="388" y="833"/>
                        <a:pt x="333" y="833"/>
                      </a:cubicBezTo>
                      <a:cubicBezTo>
                        <a:pt x="278" y="833"/>
                        <a:pt x="222" y="833"/>
                        <a:pt x="194" y="805"/>
                      </a:cubicBezTo>
                      <a:cubicBezTo>
                        <a:pt x="139" y="777"/>
                        <a:pt x="111" y="749"/>
                        <a:pt x="111" y="694"/>
                      </a:cubicBezTo>
                      <a:cubicBezTo>
                        <a:pt x="83" y="666"/>
                        <a:pt x="83" y="666"/>
                        <a:pt x="83" y="666"/>
                      </a:cubicBezTo>
                      <a:lnTo>
                        <a:pt x="28" y="666"/>
                      </a:lnTo>
                      <a:cubicBezTo>
                        <a:pt x="0" y="666"/>
                        <a:pt x="0" y="666"/>
                        <a:pt x="0" y="694"/>
                      </a:cubicBezTo>
                      <a:cubicBezTo>
                        <a:pt x="0" y="749"/>
                        <a:pt x="0" y="777"/>
                        <a:pt x="28" y="805"/>
                      </a:cubicBezTo>
                      <a:cubicBezTo>
                        <a:pt x="56" y="860"/>
                        <a:pt x="83" y="888"/>
                        <a:pt x="139" y="916"/>
                      </a:cubicBezTo>
                      <a:cubicBezTo>
                        <a:pt x="194" y="916"/>
                        <a:pt x="250" y="943"/>
                        <a:pt x="333" y="943"/>
                      </a:cubicBezTo>
                      <a:cubicBezTo>
                        <a:pt x="388" y="943"/>
                        <a:pt x="444" y="916"/>
                        <a:pt x="499" y="916"/>
                      </a:cubicBezTo>
                      <a:cubicBezTo>
                        <a:pt x="555" y="888"/>
                        <a:pt x="582" y="860"/>
                        <a:pt x="610" y="805"/>
                      </a:cubicBezTo>
                      <a:cubicBezTo>
                        <a:pt x="638" y="777"/>
                        <a:pt x="666" y="722"/>
                        <a:pt x="666" y="666"/>
                      </a:cubicBezTo>
                      <a:cubicBezTo>
                        <a:pt x="666" y="583"/>
                        <a:pt x="638" y="500"/>
                        <a:pt x="582" y="472"/>
                      </a:cubicBezTo>
                      <a:cubicBezTo>
                        <a:pt x="527" y="417"/>
                        <a:pt x="444" y="389"/>
                        <a:pt x="361" y="389"/>
                      </a:cubicBezTo>
                      <a:lnTo>
                        <a:pt x="333" y="389"/>
                      </a:lnTo>
                      <a:lnTo>
                        <a:pt x="610" y="112"/>
                      </a:lnTo>
                      <a:cubicBezTo>
                        <a:pt x="610" y="84"/>
                        <a:pt x="610" y="84"/>
                        <a:pt x="610" y="84"/>
                      </a:cubicBezTo>
                      <a:lnTo>
                        <a:pt x="610" y="29"/>
                      </a:lnTo>
                      <a:cubicBezTo>
                        <a:pt x="610" y="29"/>
                        <a:pt x="610" y="29"/>
                        <a:pt x="610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9" name="Google Shape;1649;p70"/>
                <p:cNvSpPr/>
                <p:nvPr/>
              </p:nvSpPr>
              <p:spPr>
                <a:xfrm>
                  <a:off x="8322000" y="3756132"/>
                  <a:ext cx="18050" cy="22900"/>
                </a:xfrm>
                <a:custGeom>
                  <a:rect b="b" l="l" r="r" t="t"/>
                  <a:pathLst>
                    <a:path extrusionOk="0" h="916" w="722">
                      <a:moveTo>
                        <a:pt x="444" y="139"/>
                      </a:moveTo>
                      <a:lnTo>
                        <a:pt x="444" y="582"/>
                      </a:lnTo>
                      <a:lnTo>
                        <a:pt x="139" y="582"/>
                      </a:lnTo>
                      <a:lnTo>
                        <a:pt x="444" y="139"/>
                      </a:lnTo>
                      <a:close/>
                      <a:moveTo>
                        <a:pt x="416" y="0"/>
                      </a:moveTo>
                      <a:cubicBezTo>
                        <a:pt x="416" y="0"/>
                        <a:pt x="416" y="28"/>
                        <a:pt x="416" y="28"/>
                      </a:cubicBezTo>
                      <a:lnTo>
                        <a:pt x="1" y="582"/>
                      </a:lnTo>
                      <a:cubicBezTo>
                        <a:pt x="1" y="582"/>
                        <a:pt x="1" y="610"/>
                        <a:pt x="1" y="610"/>
                      </a:cubicBezTo>
                      <a:lnTo>
                        <a:pt x="1" y="666"/>
                      </a:lnTo>
                      <a:cubicBezTo>
                        <a:pt x="1" y="666"/>
                        <a:pt x="1" y="693"/>
                        <a:pt x="1" y="693"/>
                      </a:cubicBezTo>
                      <a:lnTo>
                        <a:pt x="444" y="693"/>
                      </a:lnTo>
                      <a:lnTo>
                        <a:pt x="444" y="887"/>
                      </a:lnTo>
                      <a:cubicBezTo>
                        <a:pt x="444" y="887"/>
                        <a:pt x="472" y="915"/>
                        <a:pt x="472" y="915"/>
                      </a:cubicBezTo>
                      <a:lnTo>
                        <a:pt x="555" y="915"/>
                      </a:lnTo>
                      <a:cubicBezTo>
                        <a:pt x="583" y="915"/>
                        <a:pt x="583" y="887"/>
                        <a:pt x="583" y="887"/>
                      </a:cubicBezTo>
                      <a:lnTo>
                        <a:pt x="583" y="693"/>
                      </a:lnTo>
                      <a:lnTo>
                        <a:pt x="721" y="693"/>
                      </a:lnTo>
                      <a:cubicBezTo>
                        <a:pt x="721" y="693"/>
                        <a:pt x="721" y="666"/>
                        <a:pt x="721" y="666"/>
                      </a:cubicBezTo>
                      <a:lnTo>
                        <a:pt x="721" y="610"/>
                      </a:lnTo>
                      <a:cubicBezTo>
                        <a:pt x="721" y="582"/>
                        <a:pt x="694" y="582"/>
                        <a:pt x="694" y="582"/>
                      </a:cubicBezTo>
                      <a:lnTo>
                        <a:pt x="583" y="582"/>
                      </a:lnTo>
                      <a:lnTo>
                        <a:pt x="583" y="28"/>
                      </a:lnTo>
                      <a:cubicBezTo>
                        <a:pt x="583" y="28"/>
                        <a:pt x="583" y="28"/>
                        <a:pt x="583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0" name="Google Shape;1650;p70"/>
                <p:cNvSpPr/>
                <p:nvPr/>
              </p:nvSpPr>
              <p:spPr>
                <a:xfrm>
                  <a:off x="8323400" y="4150698"/>
                  <a:ext cx="15950" cy="23600"/>
                </a:xfrm>
                <a:custGeom>
                  <a:rect b="b" l="l" r="r" t="t"/>
                  <a:pathLst>
                    <a:path extrusionOk="0" h="944" w="638">
                      <a:moveTo>
                        <a:pt x="111" y="1"/>
                      </a:moveTo>
                      <a:cubicBezTo>
                        <a:pt x="83" y="1"/>
                        <a:pt x="83" y="1"/>
                        <a:pt x="83" y="28"/>
                      </a:cubicBezTo>
                      <a:lnTo>
                        <a:pt x="28" y="472"/>
                      </a:lnTo>
                      <a:cubicBezTo>
                        <a:pt x="28" y="472"/>
                        <a:pt x="28" y="472"/>
                        <a:pt x="28" y="500"/>
                      </a:cubicBezTo>
                      <a:lnTo>
                        <a:pt x="139" y="500"/>
                      </a:lnTo>
                      <a:cubicBezTo>
                        <a:pt x="167" y="500"/>
                        <a:pt x="167" y="472"/>
                        <a:pt x="167" y="472"/>
                      </a:cubicBezTo>
                      <a:cubicBezTo>
                        <a:pt x="194" y="472"/>
                        <a:pt x="222" y="444"/>
                        <a:pt x="250" y="444"/>
                      </a:cubicBezTo>
                      <a:cubicBezTo>
                        <a:pt x="250" y="444"/>
                        <a:pt x="278" y="417"/>
                        <a:pt x="305" y="417"/>
                      </a:cubicBezTo>
                      <a:cubicBezTo>
                        <a:pt x="361" y="417"/>
                        <a:pt x="416" y="444"/>
                        <a:pt x="472" y="472"/>
                      </a:cubicBezTo>
                      <a:cubicBezTo>
                        <a:pt x="499" y="528"/>
                        <a:pt x="527" y="555"/>
                        <a:pt x="527" y="611"/>
                      </a:cubicBezTo>
                      <a:cubicBezTo>
                        <a:pt x="527" y="694"/>
                        <a:pt x="499" y="722"/>
                        <a:pt x="472" y="777"/>
                      </a:cubicBezTo>
                      <a:cubicBezTo>
                        <a:pt x="416" y="805"/>
                        <a:pt x="361" y="833"/>
                        <a:pt x="305" y="833"/>
                      </a:cubicBezTo>
                      <a:cubicBezTo>
                        <a:pt x="278" y="833"/>
                        <a:pt x="222" y="805"/>
                        <a:pt x="194" y="777"/>
                      </a:cubicBezTo>
                      <a:cubicBezTo>
                        <a:pt x="167" y="777"/>
                        <a:pt x="139" y="722"/>
                        <a:pt x="111" y="694"/>
                      </a:cubicBezTo>
                      <a:cubicBezTo>
                        <a:pt x="111" y="666"/>
                        <a:pt x="111" y="666"/>
                        <a:pt x="83" y="666"/>
                      </a:cubicBezTo>
                      <a:lnTo>
                        <a:pt x="0" y="666"/>
                      </a:lnTo>
                      <a:lnTo>
                        <a:pt x="0" y="694"/>
                      </a:lnTo>
                      <a:cubicBezTo>
                        <a:pt x="0" y="722"/>
                        <a:pt x="0" y="777"/>
                        <a:pt x="28" y="805"/>
                      </a:cubicBezTo>
                      <a:cubicBezTo>
                        <a:pt x="56" y="833"/>
                        <a:pt x="83" y="860"/>
                        <a:pt x="139" y="888"/>
                      </a:cubicBezTo>
                      <a:cubicBezTo>
                        <a:pt x="194" y="916"/>
                        <a:pt x="250" y="943"/>
                        <a:pt x="305" y="943"/>
                      </a:cubicBezTo>
                      <a:cubicBezTo>
                        <a:pt x="388" y="943"/>
                        <a:pt x="444" y="916"/>
                        <a:pt x="472" y="888"/>
                      </a:cubicBezTo>
                      <a:cubicBezTo>
                        <a:pt x="527" y="860"/>
                        <a:pt x="582" y="833"/>
                        <a:pt x="610" y="777"/>
                      </a:cubicBezTo>
                      <a:cubicBezTo>
                        <a:pt x="638" y="749"/>
                        <a:pt x="638" y="694"/>
                        <a:pt x="638" y="611"/>
                      </a:cubicBezTo>
                      <a:cubicBezTo>
                        <a:pt x="638" y="555"/>
                        <a:pt x="638" y="500"/>
                        <a:pt x="610" y="472"/>
                      </a:cubicBezTo>
                      <a:cubicBezTo>
                        <a:pt x="582" y="417"/>
                        <a:pt x="527" y="389"/>
                        <a:pt x="499" y="361"/>
                      </a:cubicBezTo>
                      <a:cubicBezTo>
                        <a:pt x="444" y="333"/>
                        <a:pt x="388" y="333"/>
                        <a:pt x="333" y="333"/>
                      </a:cubicBezTo>
                      <a:cubicBezTo>
                        <a:pt x="250" y="333"/>
                        <a:pt x="194" y="333"/>
                        <a:pt x="167" y="361"/>
                      </a:cubicBezTo>
                      <a:lnTo>
                        <a:pt x="194" y="112"/>
                      </a:lnTo>
                      <a:lnTo>
                        <a:pt x="582" y="112"/>
                      </a:lnTo>
                      <a:cubicBezTo>
                        <a:pt x="582" y="84"/>
                        <a:pt x="582" y="84"/>
                        <a:pt x="582" y="84"/>
                      </a:cubicBezTo>
                      <a:lnTo>
                        <a:pt x="582" y="28"/>
                      </a:lnTo>
                      <a:cubicBezTo>
                        <a:pt x="582" y="28"/>
                        <a:pt x="582" y="1"/>
                        <a:pt x="582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1" name="Google Shape;1651;p70"/>
                <p:cNvSpPr/>
                <p:nvPr/>
              </p:nvSpPr>
              <p:spPr>
                <a:xfrm>
                  <a:off x="8322700" y="4545963"/>
                  <a:ext cx="16650" cy="22900"/>
                </a:xfrm>
                <a:custGeom>
                  <a:rect b="b" l="l" r="r" t="t"/>
                  <a:pathLst>
                    <a:path extrusionOk="0" h="916" w="666">
                      <a:moveTo>
                        <a:pt x="333" y="416"/>
                      </a:moveTo>
                      <a:cubicBezTo>
                        <a:pt x="361" y="416"/>
                        <a:pt x="416" y="416"/>
                        <a:pt x="444" y="444"/>
                      </a:cubicBezTo>
                      <a:cubicBezTo>
                        <a:pt x="472" y="444"/>
                        <a:pt x="499" y="472"/>
                        <a:pt x="527" y="499"/>
                      </a:cubicBezTo>
                      <a:cubicBezTo>
                        <a:pt x="527" y="527"/>
                        <a:pt x="555" y="583"/>
                        <a:pt x="555" y="610"/>
                      </a:cubicBezTo>
                      <a:cubicBezTo>
                        <a:pt x="555" y="666"/>
                        <a:pt x="527" y="694"/>
                        <a:pt x="527" y="721"/>
                      </a:cubicBezTo>
                      <a:cubicBezTo>
                        <a:pt x="499" y="749"/>
                        <a:pt x="472" y="777"/>
                        <a:pt x="444" y="804"/>
                      </a:cubicBezTo>
                      <a:cubicBezTo>
                        <a:pt x="416" y="804"/>
                        <a:pt x="361" y="832"/>
                        <a:pt x="333" y="832"/>
                      </a:cubicBezTo>
                      <a:cubicBezTo>
                        <a:pt x="305" y="832"/>
                        <a:pt x="250" y="804"/>
                        <a:pt x="222" y="804"/>
                      </a:cubicBezTo>
                      <a:cubicBezTo>
                        <a:pt x="194" y="777"/>
                        <a:pt x="167" y="749"/>
                        <a:pt x="139" y="721"/>
                      </a:cubicBezTo>
                      <a:cubicBezTo>
                        <a:pt x="139" y="694"/>
                        <a:pt x="111" y="666"/>
                        <a:pt x="111" y="610"/>
                      </a:cubicBezTo>
                      <a:cubicBezTo>
                        <a:pt x="111" y="583"/>
                        <a:pt x="139" y="527"/>
                        <a:pt x="139" y="499"/>
                      </a:cubicBezTo>
                      <a:cubicBezTo>
                        <a:pt x="167" y="472"/>
                        <a:pt x="194" y="444"/>
                        <a:pt x="222" y="444"/>
                      </a:cubicBezTo>
                      <a:cubicBezTo>
                        <a:pt x="250" y="416"/>
                        <a:pt x="305" y="416"/>
                        <a:pt x="333" y="416"/>
                      </a:cubicBezTo>
                      <a:close/>
                      <a:moveTo>
                        <a:pt x="333" y="0"/>
                      </a:moveTo>
                      <a:cubicBezTo>
                        <a:pt x="333" y="28"/>
                        <a:pt x="333" y="28"/>
                        <a:pt x="333" y="28"/>
                      </a:cubicBezTo>
                      <a:lnTo>
                        <a:pt x="83" y="361"/>
                      </a:lnTo>
                      <a:cubicBezTo>
                        <a:pt x="28" y="444"/>
                        <a:pt x="0" y="527"/>
                        <a:pt x="0" y="610"/>
                      </a:cubicBezTo>
                      <a:cubicBezTo>
                        <a:pt x="0" y="666"/>
                        <a:pt x="0" y="721"/>
                        <a:pt x="28" y="777"/>
                      </a:cubicBezTo>
                      <a:cubicBezTo>
                        <a:pt x="56" y="832"/>
                        <a:pt x="111" y="860"/>
                        <a:pt x="139" y="888"/>
                      </a:cubicBezTo>
                      <a:cubicBezTo>
                        <a:pt x="194" y="915"/>
                        <a:pt x="278" y="915"/>
                        <a:pt x="333" y="915"/>
                      </a:cubicBezTo>
                      <a:cubicBezTo>
                        <a:pt x="416" y="915"/>
                        <a:pt x="472" y="915"/>
                        <a:pt x="527" y="888"/>
                      </a:cubicBezTo>
                      <a:cubicBezTo>
                        <a:pt x="555" y="860"/>
                        <a:pt x="610" y="804"/>
                        <a:pt x="638" y="777"/>
                      </a:cubicBezTo>
                      <a:cubicBezTo>
                        <a:pt x="666" y="721"/>
                        <a:pt x="666" y="666"/>
                        <a:pt x="666" y="610"/>
                      </a:cubicBezTo>
                      <a:cubicBezTo>
                        <a:pt x="666" y="555"/>
                        <a:pt x="666" y="499"/>
                        <a:pt x="638" y="472"/>
                      </a:cubicBezTo>
                      <a:cubicBezTo>
                        <a:pt x="610" y="416"/>
                        <a:pt x="555" y="361"/>
                        <a:pt x="527" y="333"/>
                      </a:cubicBezTo>
                      <a:cubicBezTo>
                        <a:pt x="472" y="305"/>
                        <a:pt x="416" y="305"/>
                        <a:pt x="361" y="305"/>
                      </a:cubicBezTo>
                      <a:lnTo>
                        <a:pt x="278" y="305"/>
                      </a:lnTo>
                      <a:lnTo>
                        <a:pt x="472" y="28"/>
                      </a:lnTo>
                      <a:cubicBezTo>
                        <a:pt x="472" y="28"/>
                        <a:pt x="472" y="0"/>
                        <a:pt x="472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652" name="Google Shape;1652;p70"/>
              <p:cNvGrpSpPr/>
              <p:nvPr/>
            </p:nvGrpSpPr>
            <p:grpSpPr>
              <a:xfrm>
                <a:off x="5614975" y="4609225"/>
                <a:ext cx="2597125" cy="40925"/>
                <a:chOff x="5614975" y="4609225"/>
                <a:chExt cx="2597125" cy="40925"/>
              </a:xfrm>
            </p:grpSpPr>
            <p:sp>
              <p:nvSpPr>
                <p:cNvPr id="1653" name="Google Shape;1653;p70"/>
                <p:cNvSpPr/>
                <p:nvPr/>
              </p:nvSpPr>
              <p:spPr>
                <a:xfrm>
                  <a:off x="5614975" y="4632100"/>
                  <a:ext cx="24974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1" y="139"/>
                        <a:pt x="777" y="167"/>
                        <a:pt x="832" y="194"/>
                      </a:cubicBezTo>
                      <a:cubicBezTo>
                        <a:pt x="888" y="222"/>
                        <a:pt x="915" y="277"/>
                        <a:pt x="915" y="361"/>
                      </a:cubicBezTo>
                      <a:cubicBezTo>
                        <a:pt x="915" y="416"/>
                        <a:pt x="888" y="472"/>
                        <a:pt x="832" y="527"/>
                      </a:cubicBezTo>
                      <a:cubicBezTo>
                        <a:pt x="777" y="555"/>
                        <a:pt x="721" y="582"/>
                        <a:pt x="638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50" y="555"/>
                        <a:pt x="195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95" y="194"/>
                      </a:cubicBezTo>
                      <a:cubicBezTo>
                        <a:pt x="250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95" y="28"/>
                        <a:pt x="111" y="83"/>
                      </a:cubicBezTo>
                      <a:cubicBezTo>
                        <a:pt x="28" y="139"/>
                        <a:pt x="1" y="222"/>
                        <a:pt x="1" y="361"/>
                      </a:cubicBezTo>
                      <a:cubicBezTo>
                        <a:pt x="1" y="472"/>
                        <a:pt x="28" y="555"/>
                        <a:pt x="111" y="610"/>
                      </a:cubicBezTo>
                      <a:cubicBezTo>
                        <a:pt x="195" y="666"/>
                        <a:pt x="278" y="721"/>
                        <a:pt x="389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32" y="666"/>
                        <a:pt x="915" y="610"/>
                      </a:cubicBezTo>
                      <a:cubicBezTo>
                        <a:pt x="999" y="555"/>
                        <a:pt x="1026" y="472"/>
                        <a:pt x="1026" y="361"/>
                      </a:cubicBezTo>
                      <a:cubicBezTo>
                        <a:pt x="1026" y="222"/>
                        <a:pt x="999" y="139"/>
                        <a:pt x="915" y="83"/>
                      </a:cubicBezTo>
                      <a:cubicBezTo>
                        <a:pt x="832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4" name="Google Shape;1654;p70"/>
                <p:cNvSpPr/>
                <p:nvPr/>
              </p:nvSpPr>
              <p:spPr>
                <a:xfrm>
                  <a:off x="5615656" y="4617525"/>
                  <a:ext cx="23612" cy="11125"/>
                </a:xfrm>
                <a:custGeom>
                  <a:rect b="b" l="l" r="r" t="t"/>
                  <a:pathLst>
                    <a:path extrusionOk="0" h="445" w="971">
                      <a:moveTo>
                        <a:pt x="0" y="1"/>
                      </a:moveTo>
                      <a:cubicBezTo>
                        <a:pt x="0" y="1"/>
                        <a:pt x="0" y="29"/>
                        <a:pt x="0" y="29"/>
                      </a:cubicBezTo>
                      <a:lnTo>
                        <a:pt x="0" y="84"/>
                      </a:lnTo>
                      <a:cubicBezTo>
                        <a:pt x="0" y="112"/>
                        <a:pt x="0" y="112"/>
                        <a:pt x="0" y="140"/>
                      </a:cubicBezTo>
                      <a:lnTo>
                        <a:pt x="250" y="445"/>
                      </a:lnTo>
                      <a:lnTo>
                        <a:pt x="278" y="445"/>
                      </a:lnTo>
                      <a:lnTo>
                        <a:pt x="333" y="417"/>
                      </a:lnTo>
                      <a:cubicBezTo>
                        <a:pt x="333" y="417"/>
                        <a:pt x="333" y="389"/>
                        <a:pt x="333" y="389"/>
                      </a:cubicBezTo>
                      <a:cubicBezTo>
                        <a:pt x="333" y="389"/>
                        <a:pt x="333" y="361"/>
                        <a:pt x="333" y="361"/>
                      </a:cubicBezTo>
                      <a:lnTo>
                        <a:pt x="139" y="140"/>
                      </a:lnTo>
                      <a:lnTo>
                        <a:pt x="943" y="140"/>
                      </a:lnTo>
                      <a:cubicBezTo>
                        <a:pt x="971" y="140"/>
                        <a:pt x="971" y="140"/>
                        <a:pt x="971" y="112"/>
                      </a:cubicBezTo>
                      <a:lnTo>
                        <a:pt x="971" y="29"/>
                      </a:lnTo>
                      <a:cubicBezTo>
                        <a:pt x="971" y="29"/>
                        <a:pt x="971" y="1"/>
                        <a:pt x="9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5" name="Google Shape;1655;p70"/>
                <p:cNvSpPr/>
                <p:nvPr/>
              </p:nvSpPr>
              <p:spPr>
                <a:xfrm>
                  <a:off x="6128984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2" y="139"/>
                        <a:pt x="805" y="167"/>
                        <a:pt x="833" y="194"/>
                      </a:cubicBezTo>
                      <a:cubicBezTo>
                        <a:pt x="888" y="222"/>
                        <a:pt x="916" y="277"/>
                        <a:pt x="916" y="361"/>
                      </a:cubicBezTo>
                      <a:cubicBezTo>
                        <a:pt x="916" y="416"/>
                        <a:pt x="888" y="472"/>
                        <a:pt x="833" y="527"/>
                      </a:cubicBezTo>
                      <a:cubicBezTo>
                        <a:pt x="805" y="555"/>
                        <a:pt x="722" y="582"/>
                        <a:pt x="638" y="582"/>
                      </a:cubicBezTo>
                      <a:lnTo>
                        <a:pt x="417" y="582"/>
                      </a:lnTo>
                      <a:cubicBezTo>
                        <a:pt x="306" y="582"/>
                        <a:pt x="250" y="555"/>
                        <a:pt x="195" y="527"/>
                      </a:cubicBezTo>
                      <a:cubicBezTo>
                        <a:pt x="139" y="472"/>
                        <a:pt x="139" y="416"/>
                        <a:pt x="139" y="361"/>
                      </a:cubicBezTo>
                      <a:cubicBezTo>
                        <a:pt x="139" y="277"/>
                        <a:pt x="139" y="222"/>
                        <a:pt x="195" y="194"/>
                      </a:cubicBezTo>
                      <a:cubicBezTo>
                        <a:pt x="250" y="167"/>
                        <a:pt x="306" y="139"/>
                        <a:pt x="417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95" y="28"/>
                        <a:pt x="112" y="83"/>
                      </a:cubicBezTo>
                      <a:cubicBezTo>
                        <a:pt x="56" y="139"/>
                        <a:pt x="1" y="222"/>
                        <a:pt x="1" y="361"/>
                      </a:cubicBezTo>
                      <a:cubicBezTo>
                        <a:pt x="1" y="472"/>
                        <a:pt x="56" y="555"/>
                        <a:pt x="112" y="610"/>
                      </a:cubicBezTo>
                      <a:cubicBezTo>
                        <a:pt x="195" y="666"/>
                        <a:pt x="278" y="721"/>
                        <a:pt x="389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60" y="666"/>
                        <a:pt x="916" y="610"/>
                      </a:cubicBezTo>
                      <a:cubicBezTo>
                        <a:pt x="999" y="555"/>
                        <a:pt x="1027" y="472"/>
                        <a:pt x="1027" y="361"/>
                      </a:cubicBezTo>
                      <a:cubicBezTo>
                        <a:pt x="1027" y="222"/>
                        <a:pt x="999" y="139"/>
                        <a:pt x="916" y="83"/>
                      </a:cubicBezTo>
                      <a:cubicBezTo>
                        <a:pt x="860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6" name="Google Shape;1656;p70"/>
                <p:cNvSpPr/>
                <p:nvPr/>
              </p:nvSpPr>
              <p:spPr>
                <a:xfrm>
                  <a:off x="6128575" y="4611300"/>
                  <a:ext cx="25675" cy="17350"/>
                </a:xfrm>
                <a:custGeom>
                  <a:rect b="b" l="l" r="r" t="t"/>
                  <a:pathLst>
                    <a:path extrusionOk="0" h="694" w="1027">
                      <a:moveTo>
                        <a:pt x="943" y="1"/>
                      </a:moveTo>
                      <a:cubicBezTo>
                        <a:pt x="916" y="1"/>
                        <a:pt x="916" y="28"/>
                        <a:pt x="916" y="28"/>
                      </a:cubicBezTo>
                      <a:cubicBezTo>
                        <a:pt x="888" y="28"/>
                        <a:pt x="888" y="28"/>
                        <a:pt x="888" y="56"/>
                      </a:cubicBezTo>
                      <a:lnTo>
                        <a:pt x="888" y="500"/>
                      </a:lnTo>
                      <a:lnTo>
                        <a:pt x="611" y="222"/>
                      </a:lnTo>
                      <a:cubicBezTo>
                        <a:pt x="555" y="139"/>
                        <a:pt x="500" y="112"/>
                        <a:pt x="472" y="84"/>
                      </a:cubicBezTo>
                      <a:cubicBezTo>
                        <a:pt x="417" y="56"/>
                        <a:pt x="361" y="28"/>
                        <a:pt x="306" y="28"/>
                      </a:cubicBezTo>
                      <a:cubicBezTo>
                        <a:pt x="223" y="28"/>
                        <a:pt x="139" y="56"/>
                        <a:pt x="84" y="112"/>
                      </a:cubicBezTo>
                      <a:cubicBezTo>
                        <a:pt x="29" y="167"/>
                        <a:pt x="1" y="250"/>
                        <a:pt x="1" y="361"/>
                      </a:cubicBezTo>
                      <a:cubicBezTo>
                        <a:pt x="1" y="417"/>
                        <a:pt x="29" y="472"/>
                        <a:pt x="56" y="527"/>
                      </a:cubicBezTo>
                      <a:cubicBezTo>
                        <a:pt x="84" y="583"/>
                        <a:pt x="112" y="611"/>
                        <a:pt x="167" y="638"/>
                      </a:cubicBezTo>
                      <a:cubicBezTo>
                        <a:pt x="223" y="666"/>
                        <a:pt x="278" y="666"/>
                        <a:pt x="306" y="694"/>
                      </a:cubicBezTo>
                      <a:cubicBezTo>
                        <a:pt x="333" y="694"/>
                        <a:pt x="333" y="666"/>
                        <a:pt x="333" y="666"/>
                      </a:cubicBezTo>
                      <a:cubicBezTo>
                        <a:pt x="333" y="666"/>
                        <a:pt x="333" y="666"/>
                        <a:pt x="333" y="638"/>
                      </a:cubicBezTo>
                      <a:lnTo>
                        <a:pt x="333" y="583"/>
                      </a:lnTo>
                      <a:cubicBezTo>
                        <a:pt x="333" y="583"/>
                        <a:pt x="333" y="555"/>
                        <a:pt x="333" y="555"/>
                      </a:cubicBezTo>
                      <a:lnTo>
                        <a:pt x="306" y="555"/>
                      </a:lnTo>
                      <a:cubicBezTo>
                        <a:pt x="250" y="527"/>
                        <a:pt x="223" y="527"/>
                        <a:pt x="167" y="472"/>
                      </a:cubicBezTo>
                      <a:cubicBezTo>
                        <a:pt x="139" y="444"/>
                        <a:pt x="139" y="417"/>
                        <a:pt x="139" y="361"/>
                      </a:cubicBezTo>
                      <a:cubicBezTo>
                        <a:pt x="139" y="306"/>
                        <a:pt x="139" y="250"/>
                        <a:pt x="167" y="222"/>
                      </a:cubicBezTo>
                      <a:cubicBezTo>
                        <a:pt x="195" y="195"/>
                        <a:pt x="250" y="167"/>
                        <a:pt x="306" y="167"/>
                      </a:cubicBezTo>
                      <a:cubicBezTo>
                        <a:pt x="361" y="167"/>
                        <a:pt x="389" y="195"/>
                        <a:pt x="417" y="195"/>
                      </a:cubicBezTo>
                      <a:cubicBezTo>
                        <a:pt x="472" y="222"/>
                        <a:pt x="500" y="278"/>
                        <a:pt x="583" y="361"/>
                      </a:cubicBezTo>
                      <a:lnTo>
                        <a:pt x="888" y="666"/>
                      </a:lnTo>
                      <a:cubicBezTo>
                        <a:pt x="888" y="694"/>
                        <a:pt x="916" y="694"/>
                        <a:pt x="943" y="694"/>
                      </a:cubicBezTo>
                      <a:lnTo>
                        <a:pt x="999" y="694"/>
                      </a:lnTo>
                      <a:cubicBezTo>
                        <a:pt x="1027" y="694"/>
                        <a:pt x="1027" y="666"/>
                        <a:pt x="1027" y="666"/>
                      </a:cubicBezTo>
                      <a:lnTo>
                        <a:pt x="1027" y="56"/>
                      </a:lnTo>
                      <a:cubicBezTo>
                        <a:pt x="1027" y="28"/>
                        <a:pt x="1027" y="28"/>
                        <a:pt x="999" y="28"/>
                      </a:cubicBezTo>
                      <a:cubicBezTo>
                        <a:pt x="999" y="28"/>
                        <a:pt x="999" y="1"/>
                        <a:pt x="971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7" name="Google Shape;1657;p70"/>
                <p:cNvSpPr/>
                <p:nvPr/>
              </p:nvSpPr>
              <p:spPr>
                <a:xfrm>
                  <a:off x="6643694" y="4632100"/>
                  <a:ext cx="24975" cy="18050"/>
                </a:xfrm>
                <a:custGeom>
                  <a:rect b="b" l="l" r="r" t="t"/>
                  <a:pathLst>
                    <a:path extrusionOk="0" h="722" w="999">
                      <a:moveTo>
                        <a:pt x="610" y="139"/>
                      </a:moveTo>
                      <a:cubicBezTo>
                        <a:pt x="693" y="139"/>
                        <a:pt x="776" y="167"/>
                        <a:pt x="804" y="194"/>
                      </a:cubicBezTo>
                      <a:cubicBezTo>
                        <a:pt x="860" y="222"/>
                        <a:pt x="887" y="277"/>
                        <a:pt x="887" y="361"/>
                      </a:cubicBezTo>
                      <a:cubicBezTo>
                        <a:pt x="887" y="416"/>
                        <a:pt x="860" y="472"/>
                        <a:pt x="804" y="527"/>
                      </a:cubicBezTo>
                      <a:cubicBezTo>
                        <a:pt x="776" y="555"/>
                        <a:pt x="693" y="582"/>
                        <a:pt x="610" y="582"/>
                      </a:cubicBezTo>
                      <a:lnTo>
                        <a:pt x="388" y="582"/>
                      </a:lnTo>
                      <a:cubicBezTo>
                        <a:pt x="305" y="582"/>
                        <a:pt x="222" y="555"/>
                        <a:pt x="166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66" y="194"/>
                      </a:cubicBezTo>
                      <a:cubicBezTo>
                        <a:pt x="222" y="167"/>
                        <a:pt x="305" y="139"/>
                        <a:pt x="388" y="139"/>
                      </a:cubicBezTo>
                      <a:close/>
                      <a:moveTo>
                        <a:pt x="361" y="0"/>
                      </a:moveTo>
                      <a:cubicBezTo>
                        <a:pt x="250" y="0"/>
                        <a:pt x="166" y="28"/>
                        <a:pt x="83" y="83"/>
                      </a:cubicBezTo>
                      <a:cubicBezTo>
                        <a:pt x="28" y="139"/>
                        <a:pt x="0" y="222"/>
                        <a:pt x="0" y="361"/>
                      </a:cubicBezTo>
                      <a:cubicBezTo>
                        <a:pt x="0" y="472"/>
                        <a:pt x="28" y="555"/>
                        <a:pt x="83" y="610"/>
                      </a:cubicBezTo>
                      <a:cubicBezTo>
                        <a:pt x="166" y="666"/>
                        <a:pt x="250" y="721"/>
                        <a:pt x="361" y="721"/>
                      </a:cubicBezTo>
                      <a:lnTo>
                        <a:pt x="610" y="721"/>
                      </a:lnTo>
                      <a:cubicBezTo>
                        <a:pt x="721" y="693"/>
                        <a:pt x="832" y="666"/>
                        <a:pt x="887" y="610"/>
                      </a:cubicBezTo>
                      <a:cubicBezTo>
                        <a:pt x="971" y="555"/>
                        <a:pt x="998" y="472"/>
                        <a:pt x="998" y="361"/>
                      </a:cubicBezTo>
                      <a:cubicBezTo>
                        <a:pt x="998" y="222"/>
                        <a:pt x="971" y="139"/>
                        <a:pt x="887" y="83"/>
                      </a:cubicBezTo>
                      <a:cubicBezTo>
                        <a:pt x="832" y="28"/>
                        <a:pt x="721" y="0"/>
                        <a:pt x="61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8" name="Google Shape;1658;p70"/>
                <p:cNvSpPr/>
                <p:nvPr/>
              </p:nvSpPr>
              <p:spPr>
                <a:xfrm>
                  <a:off x="6643556" y="4611300"/>
                  <a:ext cx="24975" cy="17350"/>
                </a:xfrm>
                <a:custGeom>
                  <a:rect b="b" l="l" r="r" t="t"/>
                  <a:pathLst>
                    <a:path extrusionOk="0" h="694" w="999">
                      <a:moveTo>
                        <a:pt x="693" y="1"/>
                      </a:moveTo>
                      <a:cubicBezTo>
                        <a:pt x="610" y="1"/>
                        <a:pt x="555" y="28"/>
                        <a:pt x="499" y="84"/>
                      </a:cubicBezTo>
                      <a:cubicBezTo>
                        <a:pt x="444" y="139"/>
                        <a:pt x="416" y="195"/>
                        <a:pt x="416" y="306"/>
                      </a:cubicBezTo>
                      <a:lnTo>
                        <a:pt x="416" y="333"/>
                      </a:lnTo>
                      <a:lnTo>
                        <a:pt x="111" y="56"/>
                      </a:lnTo>
                      <a:cubicBezTo>
                        <a:pt x="111" y="28"/>
                        <a:pt x="83" y="28"/>
                        <a:pt x="83" y="28"/>
                      </a:cubicBezTo>
                      <a:lnTo>
                        <a:pt x="28" y="28"/>
                      </a:lnTo>
                      <a:cubicBezTo>
                        <a:pt x="28" y="28"/>
                        <a:pt x="28" y="28"/>
                        <a:pt x="0" y="56"/>
                      </a:cubicBezTo>
                      <a:lnTo>
                        <a:pt x="0" y="638"/>
                      </a:lnTo>
                      <a:cubicBezTo>
                        <a:pt x="28" y="666"/>
                        <a:pt x="28" y="666"/>
                        <a:pt x="28" y="666"/>
                      </a:cubicBezTo>
                      <a:lnTo>
                        <a:pt x="83" y="666"/>
                      </a:lnTo>
                      <a:cubicBezTo>
                        <a:pt x="83" y="666"/>
                        <a:pt x="111" y="666"/>
                        <a:pt x="111" y="638"/>
                      </a:cubicBezTo>
                      <a:lnTo>
                        <a:pt x="111" y="195"/>
                      </a:lnTo>
                      <a:lnTo>
                        <a:pt x="416" y="472"/>
                      </a:lnTo>
                      <a:cubicBezTo>
                        <a:pt x="444" y="500"/>
                        <a:pt x="444" y="500"/>
                        <a:pt x="471" y="500"/>
                      </a:cubicBezTo>
                      <a:lnTo>
                        <a:pt x="527" y="500"/>
                      </a:lnTo>
                      <a:cubicBezTo>
                        <a:pt x="527" y="472"/>
                        <a:pt x="527" y="472"/>
                        <a:pt x="527" y="472"/>
                      </a:cubicBezTo>
                      <a:lnTo>
                        <a:pt x="527" y="333"/>
                      </a:lnTo>
                      <a:cubicBezTo>
                        <a:pt x="527" y="195"/>
                        <a:pt x="582" y="112"/>
                        <a:pt x="693" y="112"/>
                      </a:cubicBezTo>
                      <a:cubicBezTo>
                        <a:pt x="749" y="112"/>
                        <a:pt x="804" y="139"/>
                        <a:pt x="832" y="195"/>
                      </a:cubicBezTo>
                      <a:cubicBezTo>
                        <a:pt x="860" y="222"/>
                        <a:pt x="887" y="278"/>
                        <a:pt x="887" y="333"/>
                      </a:cubicBezTo>
                      <a:cubicBezTo>
                        <a:pt x="887" y="389"/>
                        <a:pt x="887" y="444"/>
                        <a:pt x="860" y="500"/>
                      </a:cubicBezTo>
                      <a:cubicBezTo>
                        <a:pt x="832" y="527"/>
                        <a:pt x="804" y="555"/>
                        <a:pt x="749" y="583"/>
                      </a:cubicBezTo>
                      <a:lnTo>
                        <a:pt x="721" y="583"/>
                      </a:lnTo>
                      <a:cubicBezTo>
                        <a:pt x="721" y="583"/>
                        <a:pt x="721" y="611"/>
                        <a:pt x="721" y="611"/>
                      </a:cubicBezTo>
                      <a:lnTo>
                        <a:pt x="721" y="666"/>
                      </a:lnTo>
                      <a:cubicBezTo>
                        <a:pt x="721" y="694"/>
                        <a:pt x="721" y="694"/>
                        <a:pt x="749" y="694"/>
                      </a:cubicBezTo>
                      <a:cubicBezTo>
                        <a:pt x="804" y="694"/>
                        <a:pt x="832" y="694"/>
                        <a:pt x="887" y="666"/>
                      </a:cubicBezTo>
                      <a:cubicBezTo>
                        <a:pt x="915" y="638"/>
                        <a:pt x="943" y="583"/>
                        <a:pt x="971" y="527"/>
                      </a:cubicBezTo>
                      <a:cubicBezTo>
                        <a:pt x="998" y="472"/>
                        <a:pt x="998" y="417"/>
                        <a:pt x="998" y="333"/>
                      </a:cubicBezTo>
                      <a:cubicBezTo>
                        <a:pt x="998" y="278"/>
                        <a:pt x="998" y="222"/>
                        <a:pt x="971" y="167"/>
                      </a:cubicBezTo>
                      <a:cubicBezTo>
                        <a:pt x="943" y="112"/>
                        <a:pt x="915" y="56"/>
                        <a:pt x="860" y="28"/>
                      </a:cubicBezTo>
                      <a:cubicBezTo>
                        <a:pt x="832" y="1"/>
                        <a:pt x="776" y="1"/>
                        <a:pt x="693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9" name="Google Shape;1659;p70"/>
                <p:cNvSpPr/>
                <p:nvPr/>
              </p:nvSpPr>
              <p:spPr>
                <a:xfrm>
                  <a:off x="7157705" y="4632100"/>
                  <a:ext cx="24975" cy="18050"/>
                </a:xfrm>
                <a:custGeom>
                  <a:rect b="b" l="l" r="r" t="t"/>
                  <a:pathLst>
                    <a:path extrusionOk="0" h="722" w="999">
                      <a:moveTo>
                        <a:pt x="611" y="139"/>
                      </a:moveTo>
                      <a:cubicBezTo>
                        <a:pt x="694" y="139"/>
                        <a:pt x="777" y="167"/>
                        <a:pt x="833" y="194"/>
                      </a:cubicBezTo>
                      <a:cubicBezTo>
                        <a:pt x="860" y="222"/>
                        <a:pt x="888" y="277"/>
                        <a:pt x="888" y="361"/>
                      </a:cubicBezTo>
                      <a:cubicBezTo>
                        <a:pt x="888" y="416"/>
                        <a:pt x="860" y="472"/>
                        <a:pt x="833" y="527"/>
                      </a:cubicBezTo>
                      <a:cubicBezTo>
                        <a:pt x="777" y="555"/>
                        <a:pt x="694" y="582"/>
                        <a:pt x="611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23" y="555"/>
                        <a:pt x="167" y="527"/>
                      </a:cubicBezTo>
                      <a:cubicBezTo>
                        <a:pt x="139" y="472"/>
                        <a:pt x="112" y="416"/>
                        <a:pt x="112" y="361"/>
                      </a:cubicBezTo>
                      <a:cubicBezTo>
                        <a:pt x="112" y="277"/>
                        <a:pt x="139" y="222"/>
                        <a:pt x="167" y="194"/>
                      </a:cubicBezTo>
                      <a:cubicBezTo>
                        <a:pt x="223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50" y="0"/>
                        <a:pt x="167" y="28"/>
                        <a:pt x="112" y="83"/>
                      </a:cubicBezTo>
                      <a:cubicBezTo>
                        <a:pt x="28" y="139"/>
                        <a:pt x="1" y="222"/>
                        <a:pt x="1" y="361"/>
                      </a:cubicBezTo>
                      <a:cubicBezTo>
                        <a:pt x="1" y="472"/>
                        <a:pt x="28" y="555"/>
                        <a:pt x="112" y="610"/>
                      </a:cubicBezTo>
                      <a:cubicBezTo>
                        <a:pt x="167" y="666"/>
                        <a:pt x="250" y="721"/>
                        <a:pt x="389" y="721"/>
                      </a:cubicBezTo>
                      <a:lnTo>
                        <a:pt x="611" y="721"/>
                      </a:lnTo>
                      <a:cubicBezTo>
                        <a:pt x="749" y="693"/>
                        <a:pt x="833" y="666"/>
                        <a:pt x="916" y="610"/>
                      </a:cubicBezTo>
                      <a:cubicBezTo>
                        <a:pt x="971" y="555"/>
                        <a:pt x="999" y="472"/>
                        <a:pt x="999" y="361"/>
                      </a:cubicBezTo>
                      <a:cubicBezTo>
                        <a:pt x="999" y="222"/>
                        <a:pt x="971" y="139"/>
                        <a:pt x="916" y="83"/>
                      </a:cubicBezTo>
                      <a:cubicBezTo>
                        <a:pt x="833" y="28"/>
                        <a:pt x="749" y="0"/>
                        <a:pt x="611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0" name="Google Shape;1660;p70"/>
                <p:cNvSpPr/>
                <p:nvPr/>
              </p:nvSpPr>
              <p:spPr>
                <a:xfrm>
                  <a:off x="7157837" y="4609225"/>
                  <a:ext cx="24975" cy="19425"/>
                </a:xfrm>
                <a:custGeom>
                  <a:rect b="b" l="l" r="r" t="t"/>
                  <a:pathLst>
                    <a:path extrusionOk="0" h="777" w="999">
                      <a:moveTo>
                        <a:pt x="638" y="277"/>
                      </a:moveTo>
                      <a:lnTo>
                        <a:pt x="638" y="638"/>
                      </a:lnTo>
                      <a:lnTo>
                        <a:pt x="139" y="277"/>
                      </a:lnTo>
                      <a:close/>
                      <a:moveTo>
                        <a:pt x="638" y="0"/>
                      </a:moveTo>
                      <a:cubicBezTo>
                        <a:pt x="638" y="0"/>
                        <a:pt x="638" y="28"/>
                        <a:pt x="638" y="28"/>
                      </a:cubicBezTo>
                      <a:lnTo>
                        <a:pt x="638" y="167"/>
                      </a:lnTo>
                      <a:lnTo>
                        <a:pt x="1" y="167"/>
                      </a:lnTo>
                      <a:cubicBezTo>
                        <a:pt x="1" y="167"/>
                        <a:pt x="1" y="167"/>
                        <a:pt x="1" y="194"/>
                      </a:cubicBezTo>
                      <a:lnTo>
                        <a:pt x="1" y="277"/>
                      </a:lnTo>
                      <a:cubicBezTo>
                        <a:pt x="1" y="305"/>
                        <a:pt x="1" y="305"/>
                        <a:pt x="1" y="305"/>
                      </a:cubicBezTo>
                      <a:cubicBezTo>
                        <a:pt x="28" y="333"/>
                        <a:pt x="28" y="333"/>
                        <a:pt x="28" y="333"/>
                      </a:cubicBezTo>
                      <a:lnTo>
                        <a:pt x="638" y="749"/>
                      </a:lnTo>
                      <a:cubicBezTo>
                        <a:pt x="638" y="777"/>
                        <a:pt x="666" y="777"/>
                        <a:pt x="666" y="777"/>
                      </a:cubicBezTo>
                      <a:lnTo>
                        <a:pt x="749" y="777"/>
                      </a:lnTo>
                      <a:cubicBezTo>
                        <a:pt x="749" y="749"/>
                        <a:pt x="749" y="749"/>
                        <a:pt x="749" y="749"/>
                      </a:cubicBezTo>
                      <a:lnTo>
                        <a:pt x="749" y="277"/>
                      </a:lnTo>
                      <a:lnTo>
                        <a:pt x="999" y="277"/>
                      </a:lnTo>
                      <a:cubicBezTo>
                        <a:pt x="999" y="277"/>
                        <a:pt x="999" y="250"/>
                        <a:pt x="999" y="250"/>
                      </a:cubicBezTo>
                      <a:lnTo>
                        <a:pt x="999" y="194"/>
                      </a:lnTo>
                      <a:cubicBezTo>
                        <a:pt x="999" y="167"/>
                        <a:pt x="999" y="167"/>
                        <a:pt x="999" y="167"/>
                      </a:cubicBezTo>
                      <a:lnTo>
                        <a:pt x="749" y="167"/>
                      </a:lnTo>
                      <a:lnTo>
                        <a:pt x="749" y="28"/>
                      </a:lnTo>
                      <a:cubicBezTo>
                        <a:pt x="749" y="28"/>
                        <a:pt x="749" y="0"/>
                        <a:pt x="74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1" name="Google Shape;1661;p70"/>
                <p:cNvSpPr/>
                <p:nvPr/>
              </p:nvSpPr>
              <p:spPr>
                <a:xfrm>
                  <a:off x="7671715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11" y="139"/>
                      </a:moveTo>
                      <a:cubicBezTo>
                        <a:pt x="722" y="139"/>
                        <a:pt x="777" y="167"/>
                        <a:pt x="833" y="194"/>
                      </a:cubicBezTo>
                      <a:cubicBezTo>
                        <a:pt x="888" y="222"/>
                        <a:pt x="888" y="277"/>
                        <a:pt x="888" y="361"/>
                      </a:cubicBezTo>
                      <a:cubicBezTo>
                        <a:pt x="888" y="416"/>
                        <a:pt x="888" y="472"/>
                        <a:pt x="833" y="527"/>
                      </a:cubicBezTo>
                      <a:cubicBezTo>
                        <a:pt x="777" y="555"/>
                        <a:pt x="722" y="582"/>
                        <a:pt x="611" y="582"/>
                      </a:cubicBezTo>
                      <a:lnTo>
                        <a:pt x="389" y="582"/>
                      </a:lnTo>
                      <a:cubicBezTo>
                        <a:pt x="306" y="582"/>
                        <a:pt x="223" y="555"/>
                        <a:pt x="195" y="527"/>
                      </a:cubicBezTo>
                      <a:cubicBezTo>
                        <a:pt x="140" y="472"/>
                        <a:pt x="112" y="416"/>
                        <a:pt x="112" y="361"/>
                      </a:cubicBezTo>
                      <a:cubicBezTo>
                        <a:pt x="112" y="277"/>
                        <a:pt x="140" y="222"/>
                        <a:pt x="195" y="194"/>
                      </a:cubicBezTo>
                      <a:cubicBezTo>
                        <a:pt x="223" y="167"/>
                        <a:pt x="306" y="139"/>
                        <a:pt x="389" y="139"/>
                      </a:cubicBezTo>
                      <a:close/>
                      <a:moveTo>
                        <a:pt x="389" y="0"/>
                      </a:moveTo>
                      <a:cubicBezTo>
                        <a:pt x="278" y="0"/>
                        <a:pt x="167" y="28"/>
                        <a:pt x="112" y="83"/>
                      </a:cubicBezTo>
                      <a:cubicBezTo>
                        <a:pt x="29" y="139"/>
                        <a:pt x="1" y="222"/>
                        <a:pt x="1" y="361"/>
                      </a:cubicBezTo>
                      <a:cubicBezTo>
                        <a:pt x="1" y="472"/>
                        <a:pt x="29" y="555"/>
                        <a:pt x="112" y="610"/>
                      </a:cubicBezTo>
                      <a:cubicBezTo>
                        <a:pt x="167" y="666"/>
                        <a:pt x="278" y="721"/>
                        <a:pt x="389" y="721"/>
                      </a:cubicBezTo>
                      <a:lnTo>
                        <a:pt x="639" y="721"/>
                      </a:lnTo>
                      <a:cubicBezTo>
                        <a:pt x="750" y="693"/>
                        <a:pt x="833" y="666"/>
                        <a:pt x="916" y="610"/>
                      </a:cubicBezTo>
                      <a:cubicBezTo>
                        <a:pt x="971" y="555"/>
                        <a:pt x="1027" y="472"/>
                        <a:pt x="1027" y="361"/>
                      </a:cubicBezTo>
                      <a:cubicBezTo>
                        <a:pt x="1027" y="222"/>
                        <a:pt x="971" y="139"/>
                        <a:pt x="916" y="83"/>
                      </a:cubicBezTo>
                      <a:cubicBezTo>
                        <a:pt x="833" y="28"/>
                        <a:pt x="750" y="0"/>
                        <a:pt x="639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2" name="Google Shape;1662;p70"/>
                <p:cNvSpPr/>
                <p:nvPr/>
              </p:nvSpPr>
              <p:spPr>
                <a:xfrm>
                  <a:off x="7672119" y="4611300"/>
                  <a:ext cx="25675" cy="17350"/>
                </a:xfrm>
                <a:custGeom>
                  <a:rect b="b" l="l" r="r" t="t"/>
                  <a:pathLst>
                    <a:path extrusionOk="0" h="694" w="1027">
                      <a:moveTo>
                        <a:pt x="694" y="1"/>
                      </a:moveTo>
                      <a:cubicBezTo>
                        <a:pt x="611" y="1"/>
                        <a:pt x="555" y="1"/>
                        <a:pt x="500" y="28"/>
                      </a:cubicBezTo>
                      <a:cubicBezTo>
                        <a:pt x="472" y="84"/>
                        <a:pt x="417" y="112"/>
                        <a:pt x="417" y="167"/>
                      </a:cubicBezTo>
                      <a:cubicBezTo>
                        <a:pt x="389" y="222"/>
                        <a:pt x="361" y="278"/>
                        <a:pt x="361" y="333"/>
                      </a:cubicBezTo>
                      <a:cubicBezTo>
                        <a:pt x="361" y="417"/>
                        <a:pt x="389" y="472"/>
                        <a:pt x="417" y="527"/>
                      </a:cubicBezTo>
                      <a:lnTo>
                        <a:pt x="140" y="500"/>
                      </a:lnTo>
                      <a:lnTo>
                        <a:pt x="140" y="84"/>
                      </a:lnTo>
                      <a:cubicBezTo>
                        <a:pt x="140" y="84"/>
                        <a:pt x="140" y="84"/>
                        <a:pt x="112" y="56"/>
                      </a:cubicBezTo>
                      <a:lnTo>
                        <a:pt x="29" y="56"/>
                      </a:lnTo>
                      <a:cubicBezTo>
                        <a:pt x="29" y="56"/>
                        <a:pt x="1" y="84"/>
                        <a:pt x="1" y="84"/>
                      </a:cubicBezTo>
                      <a:lnTo>
                        <a:pt x="1" y="583"/>
                      </a:lnTo>
                      <a:cubicBezTo>
                        <a:pt x="1" y="611"/>
                        <a:pt x="29" y="611"/>
                        <a:pt x="56" y="611"/>
                      </a:cubicBezTo>
                      <a:lnTo>
                        <a:pt x="528" y="666"/>
                      </a:lnTo>
                      <a:cubicBezTo>
                        <a:pt x="528" y="666"/>
                        <a:pt x="528" y="666"/>
                        <a:pt x="528" y="638"/>
                      </a:cubicBezTo>
                      <a:cubicBezTo>
                        <a:pt x="555" y="638"/>
                        <a:pt x="555" y="638"/>
                        <a:pt x="555" y="611"/>
                      </a:cubicBezTo>
                      <a:lnTo>
                        <a:pt x="555" y="555"/>
                      </a:lnTo>
                      <a:cubicBezTo>
                        <a:pt x="555" y="555"/>
                        <a:pt x="555" y="527"/>
                        <a:pt x="555" y="527"/>
                      </a:cubicBezTo>
                      <a:cubicBezTo>
                        <a:pt x="528" y="527"/>
                        <a:pt x="528" y="500"/>
                        <a:pt x="528" y="500"/>
                      </a:cubicBezTo>
                      <a:cubicBezTo>
                        <a:pt x="500" y="472"/>
                        <a:pt x="500" y="444"/>
                        <a:pt x="500" y="444"/>
                      </a:cubicBezTo>
                      <a:cubicBezTo>
                        <a:pt x="472" y="417"/>
                        <a:pt x="472" y="389"/>
                        <a:pt x="472" y="361"/>
                      </a:cubicBezTo>
                      <a:cubicBezTo>
                        <a:pt x="472" y="278"/>
                        <a:pt x="500" y="250"/>
                        <a:pt x="528" y="195"/>
                      </a:cubicBezTo>
                      <a:cubicBezTo>
                        <a:pt x="555" y="139"/>
                        <a:pt x="611" y="139"/>
                        <a:pt x="666" y="139"/>
                      </a:cubicBezTo>
                      <a:cubicBezTo>
                        <a:pt x="750" y="139"/>
                        <a:pt x="805" y="139"/>
                        <a:pt x="833" y="195"/>
                      </a:cubicBezTo>
                      <a:cubicBezTo>
                        <a:pt x="888" y="250"/>
                        <a:pt x="888" y="278"/>
                        <a:pt x="888" y="361"/>
                      </a:cubicBezTo>
                      <a:cubicBezTo>
                        <a:pt x="888" y="417"/>
                        <a:pt x="888" y="444"/>
                        <a:pt x="860" y="500"/>
                      </a:cubicBezTo>
                      <a:cubicBezTo>
                        <a:pt x="833" y="527"/>
                        <a:pt x="805" y="555"/>
                        <a:pt x="750" y="555"/>
                      </a:cubicBezTo>
                      <a:cubicBezTo>
                        <a:pt x="722" y="583"/>
                        <a:pt x="722" y="583"/>
                        <a:pt x="722" y="611"/>
                      </a:cubicBezTo>
                      <a:lnTo>
                        <a:pt x="722" y="666"/>
                      </a:lnTo>
                      <a:cubicBezTo>
                        <a:pt x="722" y="666"/>
                        <a:pt x="722" y="694"/>
                        <a:pt x="722" y="694"/>
                      </a:cubicBezTo>
                      <a:lnTo>
                        <a:pt x="750" y="694"/>
                      </a:lnTo>
                      <a:cubicBezTo>
                        <a:pt x="805" y="694"/>
                        <a:pt x="833" y="694"/>
                        <a:pt x="888" y="666"/>
                      </a:cubicBezTo>
                      <a:cubicBezTo>
                        <a:pt x="916" y="638"/>
                        <a:pt x="944" y="583"/>
                        <a:pt x="971" y="527"/>
                      </a:cubicBezTo>
                      <a:cubicBezTo>
                        <a:pt x="999" y="500"/>
                        <a:pt x="1027" y="417"/>
                        <a:pt x="1027" y="361"/>
                      </a:cubicBezTo>
                      <a:cubicBezTo>
                        <a:pt x="1027" y="278"/>
                        <a:pt x="999" y="222"/>
                        <a:pt x="971" y="167"/>
                      </a:cubicBezTo>
                      <a:cubicBezTo>
                        <a:pt x="944" y="112"/>
                        <a:pt x="916" y="84"/>
                        <a:pt x="860" y="28"/>
                      </a:cubicBezTo>
                      <a:cubicBezTo>
                        <a:pt x="805" y="1"/>
                        <a:pt x="750" y="1"/>
                        <a:pt x="694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3" name="Google Shape;1663;p70"/>
                <p:cNvSpPr/>
                <p:nvPr/>
              </p:nvSpPr>
              <p:spPr>
                <a:xfrm>
                  <a:off x="8186425" y="4632100"/>
                  <a:ext cx="25675" cy="18050"/>
                </a:xfrm>
                <a:custGeom>
                  <a:rect b="b" l="l" r="r" t="t"/>
                  <a:pathLst>
                    <a:path extrusionOk="0" h="722" w="1027">
                      <a:moveTo>
                        <a:pt x="638" y="139"/>
                      </a:moveTo>
                      <a:cubicBezTo>
                        <a:pt x="721" y="139"/>
                        <a:pt x="777" y="167"/>
                        <a:pt x="832" y="194"/>
                      </a:cubicBezTo>
                      <a:cubicBezTo>
                        <a:pt x="887" y="222"/>
                        <a:pt x="915" y="277"/>
                        <a:pt x="915" y="361"/>
                      </a:cubicBezTo>
                      <a:cubicBezTo>
                        <a:pt x="915" y="416"/>
                        <a:pt x="887" y="472"/>
                        <a:pt x="832" y="527"/>
                      </a:cubicBezTo>
                      <a:cubicBezTo>
                        <a:pt x="777" y="555"/>
                        <a:pt x="721" y="582"/>
                        <a:pt x="638" y="582"/>
                      </a:cubicBezTo>
                      <a:lnTo>
                        <a:pt x="388" y="582"/>
                      </a:lnTo>
                      <a:cubicBezTo>
                        <a:pt x="305" y="582"/>
                        <a:pt x="250" y="555"/>
                        <a:pt x="194" y="527"/>
                      </a:cubicBezTo>
                      <a:cubicBezTo>
                        <a:pt x="139" y="472"/>
                        <a:pt x="111" y="416"/>
                        <a:pt x="111" y="361"/>
                      </a:cubicBezTo>
                      <a:cubicBezTo>
                        <a:pt x="111" y="277"/>
                        <a:pt x="139" y="222"/>
                        <a:pt x="194" y="194"/>
                      </a:cubicBezTo>
                      <a:cubicBezTo>
                        <a:pt x="250" y="167"/>
                        <a:pt x="305" y="139"/>
                        <a:pt x="388" y="139"/>
                      </a:cubicBezTo>
                      <a:close/>
                      <a:moveTo>
                        <a:pt x="388" y="0"/>
                      </a:moveTo>
                      <a:cubicBezTo>
                        <a:pt x="277" y="0"/>
                        <a:pt x="194" y="28"/>
                        <a:pt x="111" y="83"/>
                      </a:cubicBezTo>
                      <a:cubicBezTo>
                        <a:pt x="28" y="139"/>
                        <a:pt x="0" y="222"/>
                        <a:pt x="0" y="361"/>
                      </a:cubicBezTo>
                      <a:cubicBezTo>
                        <a:pt x="0" y="472"/>
                        <a:pt x="28" y="555"/>
                        <a:pt x="111" y="610"/>
                      </a:cubicBezTo>
                      <a:cubicBezTo>
                        <a:pt x="194" y="666"/>
                        <a:pt x="277" y="721"/>
                        <a:pt x="388" y="721"/>
                      </a:cubicBezTo>
                      <a:lnTo>
                        <a:pt x="638" y="721"/>
                      </a:lnTo>
                      <a:cubicBezTo>
                        <a:pt x="749" y="693"/>
                        <a:pt x="832" y="666"/>
                        <a:pt x="915" y="610"/>
                      </a:cubicBezTo>
                      <a:cubicBezTo>
                        <a:pt x="998" y="555"/>
                        <a:pt x="1026" y="472"/>
                        <a:pt x="1026" y="361"/>
                      </a:cubicBezTo>
                      <a:cubicBezTo>
                        <a:pt x="1026" y="222"/>
                        <a:pt x="998" y="139"/>
                        <a:pt x="915" y="83"/>
                      </a:cubicBezTo>
                      <a:cubicBezTo>
                        <a:pt x="832" y="28"/>
                        <a:pt x="749" y="0"/>
                        <a:pt x="638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4" name="Google Shape;1664;p70"/>
                <p:cNvSpPr/>
                <p:nvPr/>
              </p:nvSpPr>
              <p:spPr>
                <a:xfrm>
                  <a:off x="8187100" y="4610600"/>
                  <a:ext cx="25000" cy="18050"/>
                </a:xfrm>
                <a:custGeom>
                  <a:rect b="b" l="l" r="r" t="t"/>
                  <a:pathLst>
                    <a:path extrusionOk="0" h="722" w="1000">
                      <a:moveTo>
                        <a:pt x="666" y="140"/>
                      </a:moveTo>
                      <a:cubicBezTo>
                        <a:pt x="694" y="140"/>
                        <a:pt x="750" y="140"/>
                        <a:pt x="777" y="167"/>
                      </a:cubicBezTo>
                      <a:cubicBezTo>
                        <a:pt x="805" y="195"/>
                        <a:pt x="833" y="223"/>
                        <a:pt x="860" y="250"/>
                      </a:cubicBezTo>
                      <a:cubicBezTo>
                        <a:pt x="860" y="278"/>
                        <a:pt x="888" y="306"/>
                        <a:pt x="888" y="361"/>
                      </a:cubicBezTo>
                      <a:cubicBezTo>
                        <a:pt x="888" y="389"/>
                        <a:pt x="860" y="445"/>
                        <a:pt x="860" y="472"/>
                      </a:cubicBezTo>
                      <a:cubicBezTo>
                        <a:pt x="833" y="500"/>
                        <a:pt x="805" y="528"/>
                        <a:pt x="777" y="555"/>
                      </a:cubicBezTo>
                      <a:cubicBezTo>
                        <a:pt x="750" y="583"/>
                        <a:pt x="694" y="583"/>
                        <a:pt x="666" y="583"/>
                      </a:cubicBezTo>
                      <a:cubicBezTo>
                        <a:pt x="611" y="583"/>
                        <a:pt x="583" y="583"/>
                        <a:pt x="528" y="555"/>
                      </a:cubicBezTo>
                      <a:cubicBezTo>
                        <a:pt x="500" y="528"/>
                        <a:pt x="472" y="500"/>
                        <a:pt x="472" y="472"/>
                      </a:cubicBezTo>
                      <a:cubicBezTo>
                        <a:pt x="445" y="445"/>
                        <a:pt x="445" y="389"/>
                        <a:pt x="445" y="361"/>
                      </a:cubicBezTo>
                      <a:cubicBezTo>
                        <a:pt x="445" y="334"/>
                        <a:pt x="445" y="278"/>
                        <a:pt x="472" y="250"/>
                      </a:cubicBezTo>
                      <a:cubicBezTo>
                        <a:pt x="472" y="223"/>
                        <a:pt x="500" y="195"/>
                        <a:pt x="528" y="167"/>
                      </a:cubicBezTo>
                      <a:cubicBezTo>
                        <a:pt x="583" y="140"/>
                        <a:pt x="611" y="140"/>
                        <a:pt x="666" y="140"/>
                      </a:cubicBezTo>
                      <a:close/>
                      <a:moveTo>
                        <a:pt x="666" y="1"/>
                      </a:moveTo>
                      <a:cubicBezTo>
                        <a:pt x="583" y="1"/>
                        <a:pt x="528" y="1"/>
                        <a:pt x="500" y="29"/>
                      </a:cubicBezTo>
                      <a:cubicBezTo>
                        <a:pt x="445" y="56"/>
                        <a:pt x="389" y="112"/>
                        <a:pt x="361" y="167"/>
                      </a:cubicBezTo>
                      <a:cubicBezTo>
                        <a:pt x="334" y="223"/>
                        <a:pt x="334" y="278"/>
                        <a:pt x="334" y="334"/>
                      </a:cubicBezTo>
                      <a:cubicBezTo>
                        <a:pt x="334" y="361"/>
                        <a:pt x="334" y="389"/>
                        <a:pt x="334" y="417"/>
                      </a:cubicBezTo>
                      <a:lnTo>
                        <a:pt x="29" y="223"/>
                      </a:lnTo>
                      <a:lnTo>
                        <a:pt x="1" y="223"/>
                      </a:lnTo>
                      <a:cubicBezTo>
                        <a:pt x="1" y="223"/>
                        <a:pt x="1" y="223"/>
                        <a:pt x="1" y="250"/>
                      </a:cubicBezTo>
                      <a:lnTo>
                        <a:pt x="1" y="306"/>
                      </a:lnTo>
                      <a:cubicBezTo>
                        <a:pt x="1" y="306"/>
                        <a:pt x="1" y="334"/>
                        <a:pt x="1" y="334"/>
                      </a:cubicBezTo>
                      <a:cubicBezTo>
                        <a:pt x="1" y="334"/>
                        <a:pt x="1" y="334"/>
                        <a:pt x="1" y="361"/>
                      </a:cubicBezTo>
                      <a:lnTo>
                        <a:pt x="29" y="361"/>
                      </a:lnTo>
                      <a:lnTo>
                        <a:pt x="389" y="639"/>
                      </a:lnTo>
                      <a:cubicBezTo>
                        <a:pt x="500" y="694"/>
                        <a:pt x="583" y="722"/>
                        <a:pt x="666" y="722"/>
                      </a:cubicBezTo>
                      <a:cubicBezTo>
                        <a:pt x="722" y="722"/>
                        <a:pt x="777" y="722"/>
                        <a:pt x="833" y="694"/>
                      </a:cubicBezTo>
                      <a:cubicBezTo>
                        <a:pt x="888" y="666"/>
                        <a:pt x="916" y="611"/>
                        <a:pt x="944" y="555"/>
                      </a:cubicBezTo>
                      <a:cubicBezTo>
                        <a:pt x="971" y="500"/>
                        <a:pt x="999" y="445"/>
                        <a:pt x="999" y="361"/>
                      </a:cubicBezTo>
                      <a:cubicBezTo>
                        <a:pt x="999" y="278"/>
                        <a:pt x="971" y="223"/>
                        <a:pt x="944" y="167"/>
                      </a:cubicBezTo>
                      <a:cubicBezTo>
                        <a:pt x="916" y="112"/>
                        <a:pt x="888" y="56"/>
                        <a:pt x="833" y="29"/>
                      </a:cubicBezTo>
                      <a:cubicBezTo>
                        <a:pt x="777" y="1"/>
                        <a:pt x="722" y="1"/>
                        <a:pt x="666" y="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665" name="Google Shape;1665;p70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1666" name="Google Shape;1666;p70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7" name="Google Shape;1667;p70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8" name="Google Shape;1668;p70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69" name="Google Shape;1669;p70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1670" name="Google Shape;1670;p70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1" name="Google Shape;1671;p70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2" name="Google Shape;1672;p70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73" name="Google Shape;1673;p70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1674" name="Google Shape;1674;p70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5" name="Google Shape;1675;p70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6" name="Google Shape;1676;p70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677" name="Google Shape;1677;p70"/>
          <p:cNvSpPr txBox="1"/>
          <p:nvPr>
            <p:ph type="title"/>
          </p:nvPr>
        </p:nvSpPr>
        <p:spPr>
          <a:xfrm>
            <a:off x="2325707" y="3072968"/>
            <a:ext cx="4500900" cy="94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678" name="Google Shape;1678;p70"/>
          <p:cNvSpPr txBox="1"/>
          <p:nvPr>
            <p:ph idx="1" type="subTitle"/>
          </p:nvPr>
        </p:nvSpPr>
        <p:spPr>
          <a:xfrm>
            <a:off x="1709807" y="1444793"/>
            <a:ext cx="5732700" cy="1618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">
    <p:spTree>
      <p:nvGrpSpPr>
        <p:cNvPr id="1679" name="Shape 1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0" name="Google Shape;1680;p71"/>
          <p:cNvSpPr txBox="1"/>
          <p:nvPr>
            <p:ph type="title"/>
          </p:nvPr>
        </p:nvSpPr>
        <p:spPr>
          <a:xfrm>
            <a:off x="4682400" y="1695450"/>
            <a:ext cx="37467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81" name="Google Shape;1681;p71"/>
          <p:cNvSpPr txBox="1"/>
          <p:nvPr>
            <p:ph idx="1" type="subTitle"/>
          </p:nvPr>
        </p:nvSpPr>
        <p:spPr>
          <a:xfrm>
            <a:off x="4682400" y="2451150"/>
            <a:ext cx="3746700" cy="99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82" name="Google Shape;1682;p71"/>
          <p:cNvGrpSpPr/>
          <p:nvPr/>
        </p:nvGrpSpPr>
        <p:grpSpPr>
          <a:xfrm>
            <a:off x="4675037" y="1648692"/>
            <a:ext cx="4108323" cy="3132999"/>
            <a:chOff x="5614975" y="2571738"/>
            <a:chExt cx="2725075" cy="2078413"/>
          </a:xfrm>
        </p:grpSpPr>
        <p:grpSp>
          <p:nvGrpSpPr>
            <p:cNvPr id="1683" name="Google Shape;1683;p71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684" name="Google Shape;1684;p71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5" name="Google Shape;1685;p71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6" name="Google Shape;1686;p71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7" name="Google Shape;1687;p71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8" name="Google Shape;1688;p71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9" name="Google Shape;1689;p71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0" name="Google Shape;1690;p71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1" name="Google Shape;1691;p71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2" name="Google Shape;1692;p71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3" name="Google Shape;1693;p71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4" name="Google Shape;1694;p71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5" name="Google Shape;1695;p71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6" name="Google Shape;1696;p71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697" name="Google Shape;1697;p71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8" name="Google Shape;1698;p71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99" name="Google Shape;1699;p71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0" name="Google Shape;1700;p71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1" name="Google Shape;1701;p71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2" name="Google Shape;1702;p71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3" name="Google Shape;1703;p71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4" name="Google Shape;1704;p71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5" name="Google Shape;1705;p71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6" name="Google Shape;1706;p71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7" name="Google Shape;1707;p71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8" name="Google Shape;1708;p71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709" name="Google Shape;1709;p7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710" name="Google Shape;1710;p7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7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7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3" name="Google Shape;1713;p7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714" name="Google Shape;1714;p7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7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7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7" name="Google Shape;1717;p7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718" name="Google Shape;1718;p7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7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7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1">
  <p:cSld name="CUSTOM_11_1">
    <p:spTree>
      <p:nvGrpSpPr>
        <p:cNvPr id="172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p7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1723" name="Google Shape;1723;p7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724" name="Google Shape;1724;p7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7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7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27" name="Google Shape;1727;p72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728" name="Google Shape;1728;p7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7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7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31" name="Google Shape;1731;p72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732" name="Google Shape;1732;p7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7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7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0"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6" name="Google Shape;1736;p73"/>
          <p:cNvGrpSpPr/>
          <p:nvPr/>
        </p:nvGrpSpPr>
        <p:grpSpPr>
          <a:xfrm>
            <a:off x="4668621" y="1648692"/>
            <a:ext cx="4108323" cy="3132999"/>
            <a:chOff x="5614975" y="2571738"/>
            <a:chExt cx="2725075" cy="2078413"/>
          </a:xfrm>
        </p:grpSpPr>
        <p:grpSp>
          <p:nvGrpSpPr>
            <p:cNvPr id="1737" name="Google Shape;1737;p73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738" name="Google Shape;1738;p73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9" name="Google Shape;1739;p73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0" name="Google Shape;1740;p73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1" name="Google Shape;1741;p73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2" name="Google Shape;1742;p73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3" name="Google Shape;1743;p73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4" name="Google Shape;1744;p73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5" name="Google Shape;1745;p73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6" name="Google Shape;1746;p73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7" name="Google Shape;1747;p73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8" name="Google Shape;1748;p73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9" name="Google Shape;1749;p73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50" name="Google Shape;1750;p73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751" name="Google Shape;1751;p73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2" name="Google Shape;1752;p73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3" name="Google Shape;1753;p73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4" name="Google Shape;1754;p73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5" name="Google Shape;1755;p73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6" name="Google Shape;1756;p73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7" name="Google Shape;1757;p73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8" name="Google Shape;1758;p73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9" name="Google Shape;1759;p73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0" name="Google Shape;1760;p73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1" name="Google Shape;1761;p73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2" name="Google Shape;1762;p73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763" name="Google Shape;1763;p7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764" name="Google Shape;1764;p73"/>
          <p:cNvSpPr txBox="1"/>
          <p:nvPr>
            <p:ph idx="2" type="title"/>
          </p:nvPr>
        </p:nvSpPr>
        <p:spPr>
          <a:xfrm>
            <a:off x="2917650" y="1445400"/>
            <a:ext cx="3308700" cy="780900"/>
          </a:xfrm>
          <a:prstGeom prst="rect">
            <a:avLst/>
          </a:prstGeom>
        </p:spPr>
        <p:txBody>
          <a:bodyPr anchorCtr="0" anchor="b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5" name="Google Shape;1765;p73"/>
          <p:cNvSpPr txBox="1"/>
          <p:nvPr>
            <p:ph idx="1" type="subTitle"/>
          </p:nvPr>
        </p:nvSpPr>
        <p:spPr>
          <a:xfrm>
            <a:off x="1994100" y="3665925"/>
            <a:ext cx="5155800" cy="5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66" name="Google Shape;1766;p73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767" name="Google Shape;1767;p7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7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7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0" name="Google Shape;1770;p7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771" name="Google Shape;1771;p7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7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7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74" name="Google Shape;1774;p73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775" name="Google Shape;1775;p7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7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7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0_1">
    <p:spTree>
      <p:nvGrpSpPr>
        <p:cNvPr id="1778" name="Shape 1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9" name="Google Shape;1779;p7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1780" name="Google Shape;1780;p7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781" name="Google Shape;1781;p7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7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7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4" name="Google Shape;1784;p74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785" name="Google Shape;1785;p7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7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7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88" name="Google Shape;1788;p7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789" name="Google Shape;1789;p7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7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7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92" name="Google Shape;1792;p74"/>
          <p:cNvSpPr txBox="1"/>
          <p:nvPr>
            <p:ph idx="1" type="subTitle"/>
          </p:nvPr>
        </p:nvSpPr>
        <p:spPr>
          <a:xfrm>
            <a:off x="3905600" y="1733075"/>
            <a:ext cx="4518600" cy="236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0_1_1"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75"/>
          <p:cNvSpPr txBox="1"/>
          <p:nvPr>
            <p:ph type="title"/>
          </p:nvPr>
        </p:nvSpPr>
        <p:spPr>
          <a:xfrm>
            <a:off x="937525" y="1458300"/>
            <a:ext cx="3634500" cy="105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795" name="Google Shape;1795;p75"/>
          <p:cNvSpPr txBox="1"/>
          <p:nvPr>
            <p:ph idx="1" type="subTitle"/>
          </p:nvPr>
        </p:nvSpPr>
        <p:spPr>
          <a:xfrm>
            <a:off x="1341300" y="2895575"/>
            <a:ext cx="32307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796" name="Google Shape;1796;p75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797" name="Google Shape;1797;p7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7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7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0" name="Google Shape;1800;p75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801" name="Google Shape;1801;p7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7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7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04" name="Google Shape;1804;p75"/>
          <p:cNvGrpSpPr/>
          <p:nvPr/>
        </p:nvGrpSpPr>
        <p:grpSpPr>
          <a:xfrm>
            <a:off x="8669664" y="2457338"/>
            <a:ext cx="228825" cy="228825"/>
            <a:chOff x="3023950" y="3689950"/>
            <a:chExt cx="316100" cy="316100"/>
          </a:xfrm>
        </p:grpSpPr>
        <p:sp>
          <p:nvSpPr>
            <p:cNvPr id="1805" name="Google Shape;1805;p7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7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7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10_1_1_1">
    <p:spTree>
      <p:nvGrpSpPr>
        <p:cNvPr id="1808" name="Shape 1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9" name="Google Shape;1809;p76"/>
          <p:cNvSpPr txBox="1"/>
          <p:nvPr>
            <p:ph type="title"/>
          </p:nvPr>
        </p:nvSpPr>
        <p:spPr>
          <a:xfrm>
            <a:off x="937525" y="1695450"/>
            <a:ext cx="3429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810" name="Google Shape;1810;p76"/>
          <p:cNvSpPr txBox="1"/>
          <p:nvPr>
            <p:ph idx="1" type="subTitle"/>
          </p:nvPr>
        </p:nvSpPr>
        <p:spPr>
          <a:xfrm>
            <a:off x="720000" y="2535750"/>
            <a:ext cx="3678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11" name="Google Shape;1811;p76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1812" name="Google Shape;1812;p76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813" name="Google Shape;1813;p76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4" name="Google Shape;1814;p76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5" name="Google Shape;1815;p76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6" name="Google Shape;1816;p76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7" name="Google Shape;1817;p76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8" name="Google Shape;1818;p76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9" name="Google Shape;1819;p76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0" name="Google Shape;1820;p76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1" name="Google Shape;1821;p76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2" name="Google Shape;1822;p76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3" name="Google Shape;1823;p76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4" name="Google Shape;1824;p76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25" name="Google Shape;1825;p76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826" name="Google Shape;1826;p76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7" name="Google Shape;1827;p76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8" name="Google Shape;1828;p76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9" name="Google Shape;1829;p76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0" name="Google Shape;1830;p76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1" name="Google Shape;1831;p76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2" name="Google Shape;1832;p76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3" name="Google Shape;1833;p76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4" name="Google Shape;1834;p76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5" name="Google Shape;1835;p76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6" name="Google Shape;1836;p76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7" name="Google Shape;1837;p76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838" name="Google Shape;1838;p76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839" name="Google Shape;1839;p7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7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7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42" name="Google Shape;1842;p76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843" name="Google Shape;1843;p7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7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7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10_1_1_1_1"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p77"/>
          <p:cNvSpPr txBox="1"/>
          <p:nvPr>
            <p:ph type="title"/>
          </p:nvPr>
        </p:nvSpPr>
        <p:spPr>
          <a:xfrm>
            <a:off x="4745400" y="1695450"/>
            <a:ext cx="34290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848" name="Google Shape;1848;p77"/>
          <p:cNvSpPr txBox="1"/>
          <p:nvPr>
            <p:ph idx="1" type="subTitle"/>
          </p:nvPr>
        </p:nvSpPr>
        <p:spPr>
          <a:xfrm>
            <a:off x="4745400" y="2538125"/>
            <a:ext cx="36786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49" name="Google Shape;1849;p77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850" name="Google Shape;1850;p7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7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7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3" name="Google Shape;1853;p77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854" name="Google Shape;1854;p7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7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7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57" name="Google Shape;1857;p77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858" name="Google Shape;1858;p7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7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7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61" name="Google Shape;1861;p77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862" name="Google Shape;1862;p7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7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7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65" name="Google Shape;1865;p77"/>
          <p:cNvSpPr txBox="1"/>
          <p:nvPr/>
        </p:nvSpPr>
        <p:spPr>
          <a:xfrm>
            <a:off x="2499450" y="48877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15"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7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68" name="Google Shape;1868;p78"/>
          <p:cNvSpPr txBox="1"/>
          <p:nvPr>
            <p:ph idx="1" type="body"/>
          </p:nvPr>
        </p:nvSpPr>
        <p:spPr>
          <a:xfrm>
            <a:off x="720000" y="1152475"/>
            <a:ext cx="4679100" cy="172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69" name="Google Shape;1869;p78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7">
    <p:spTree>
      <p:nvGrpSpPr>
        <p:cNvPr id="1870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79"/>
          <p:cNvSpPr txBox="1"/>
          <p:nvPr>
            <p:ph type="title"/>
          </p:nvPr>
        </p:nvSpPr>
        <p:spPr>
          <a:xfrm>
            <a:off x="720000" y="540000"/>
            <a:ext cx="38664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2" name="Google Shape;1872;p79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1873" name="Google Shape;1873;p79"/>
          <p:cNvSpPr txBox="1"/>
          <p:nvPr>
            <p:ph idx="1" type="subTitle"/>
          </p:nvPr>
        </p:nvSpPr>
        <p:spPr>
          <a:xfrm>
            <a:off x="725625" y="1435975"/>
            <a:ext cx="3851100" cy="276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8">
  <p:cSld name="CUSTOM_7_1">
    <p:spTree>
      <p:nvGrpSpPr>
        <p:cNvPr id="1874" name="Shape 1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5" name="Google Shape;1875;p80"/>
          <p:cNvSpPr txBox="1"/>
          <p:nvPr>
            <p:ph type="title"/>
          </p:nvPr>
        </p:nvSpPr>
        <p:spPr>
          <a:xfrm>
            <a:off x="3590925" y="1378448"/>
            <a:ext cx="4833000" cy="6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76" name="Google Shape;1876;p80"/>
          <p:cNvSpPr txBox="1"/>
          <p:nvPr>
            <p:ph idx="1" type="subTitle"/>
          </p:nvPr>
        </p:nvSpPr>
        <p:spPr>
          <a:xfrm>
            <a:off x="3591003" y="2051348"/>
            <a:ext cx="4833000" cy="174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877" name="Google Shape;1877;p8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878" name="Google Shape;1878;p8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8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8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1" name="Google Shape;1881;p80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882" name="Google Shape;1882;p8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8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8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85" name="Google Shape;1885;p8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886" name="Google Shape;1886;p8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8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8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CUSTOM_7_1_1">
    <p:spTree>
      <p:nvGrpSpPr>
        <p:cNvPr id="1889" name="Shape 1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0" name="Google Shape;1890;p8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891" name="Google Shape;1891;p8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8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8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4" name="Google Shape;1894;p81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895" name="Google Shape;1895;p8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8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8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98" name="Google Shape;1898;p8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899" name="Google Shape;1899;p8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8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8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02" name="Google Shape;1902;p8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903" name="Google Shape;1903;p81"/>
          <p:cNvSpPr txBox="1"/>
          <p:nvPr>
            <p:ph idx="2" type="title"/>
          </p:nvPr>
        </p:nvSpPr>
        <p:spPr>
          <a:xfrm>
            <a:off x="720000" y="1445400"/>
            <a:ext cx="7704000" cy="3975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0"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82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06" name="Google Shape;1906;p82"/>
          <p:cNvSpPr txBox="1"/>
          <p:nvPr>
            <p:ph idx="1" type="body"/>
          </p:nvPr>
        </p:nvSpPr>
        <p:spPr>
          <a:xfrm>
            <a:off x="720000" y="1750925"/>
            <a:ext cx="3852000" cy="24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1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grpSp>
        <p:nvGrpSpPr>
          <p:cNvPr id="1907" name="Google Shape;1907;p8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908" name="Google Shape;1908;p8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8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8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1" name="Google Shape;1911;p82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1912" name="Google Shape;1912;p8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8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8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15" name="Google Shape;1915;p82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916" name="Google Shape;1916;p8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8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8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9" name="Google Shape;1919;p82"/>
          <p:cNvSpPr txBox="1"/>
          <p:nvPr>
            <p:ph idx="2" type="body"/>
          </p:nvPr>
        </p:nvSpPr>
        <p:spPr>
          <a:xfrm>
            <a:off x="4572000" y="1751085"/>
            <a:ext cx="3852000" cy="247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100"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3">
    <p:spTree>
      <p:nvGrpSpPr>
        <p:cNvPr id="1920" name="Shape 1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21" name="Google Shape;1921;p83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1922" name="Google Shape;1922;p83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1923" name="Google Shape;1923;p83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4" name="Google Shape;1924;p83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5" name="Google Shape;1925;p83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6" name="Google Shape;1926;p83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7" name="Google Shape;1927;p83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8" name="Google Shape;1928;p83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9" name="Google Shape;1929;p83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0" name="Google Shape;1930;p83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1" name="Google Shape;1931;p83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2" name="Google Shape;1932;p83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3" name="Google Shape;1933;p83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4" name="Google Shape;1934;p83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35" name="Google Shape;1935;p83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1936" name="Google Shape;1936;p83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7" name="Google Shape;1937;p83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8" name="Google Shape;1938;p83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83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0" name="Google Shape;1940;p83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1" name="Google Shape;1941;p83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2" name="Google Shape;1942;p83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3" name="Google Shape;1943;p83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4" name="Google Shape;1944;p83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5" name="Google Shape;1945;p83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6" name="Google Shape;1946;p83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7" name="Google Shape;1947;p83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48" name="Google Shape;1948;p8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949" name="Google Shape;1949;p83"/>
          <p:cNvSpPr txBox="1"/>
          <p:nvPr>
            <p:ph idx="2" type="title"/>
          </p:nvPr>
        </p:nvSpPr>
        <p:spPr>
          <a:xfrm>
            <a:off x="778650" y="2421024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0" name="Google Shape;1950;p83"/>
          <p:cNvSpPr txBox="1"/>
          <p:nvPr>
            <p:ph idx="3" type="title"/>
          </p:nvPr>
        </p:nvSpPr>
        <p:spPr>
          <a:xfrm>
            <a:off x="2711750" y="24210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1" name="Google Shape;1951;p83"/>
          <p:cNvSpPr txBox="1"/>
          <p:nvPr>
            <p:ph idx="4" type="title"/>
          </p:nvPr>
        </p:nvSpPr>
        <p:spPr>
          <a:xfrm>
            <a:off x="4644850" y="24210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2" name="Google Shape;1952;p83"/>
          <p:cNvSpPr txBox="1"/>
          <p:nvPr>
            <p:ph idx="5" type="title"/>
          </p:nvPr>
        </p:nvSpPr>
        <p:spPr>
          <a:xfrm>
            <a:off x="6577950" y="24210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53" name="Google Shape;1953;p83"/>
          <p:cNvSpPr txBox="1"/>
          <p:nvPr>
            <p:ph idx="1" type="subTitle"/>
          </p:nvPr>
        </p:nvSpPr>
        <p:spPr>
          <a:xfrm>
            <a:off x="778650" y="3058000"/>
            <a:ext cx="17874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4" name="Google Shape;1954;p83"/>
          <p:cNvSpPr txBox="1"/>
          <p:nvPr>
            <p:ph idx="6" type="subTitle"/>
          </p:nvPr>
        </p:nvSpPr>
        <p:spPr>
          <a:xfrm>
            <a:off x="2711750" y="3058000"/>
            <a:ext cx="17874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5" name="Google Shape;1955;p83"/>
          <p:cNvSpPr txBox="1"/>
          <p:nvPr>
            <p:ph idx="7" type="subTitle"/>
          </p:nvPr>
        </p:nvSpPr>
        <p:spPr>
          <a:xfrm>
            <a:off x="4644850" y="3058000"/>
            <a:ext cx="17874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56" name="Google Shape;1956;p83"/>
          <p:cNvSpPr txBox="1"/>
          <p:nvPr>
            <p:ph idx="8" type="subTitle"/>
          </p:nvPr>
        </p:nvSpPr>
        <p:spPr>
          <a:xfrm>
            <a:off x="6577950" y="3058000"/>
            <a:ext cx="1787400" cy="67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57" name="Google Shape;1957;p83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958" name="Google Shape;1958;p8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8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8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1" name="Google Shape;1961;p8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962" name="Google Shape;1962;p8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8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8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5" name="Google Shape;1965;p83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966" name="Google Shape;1966;p8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8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8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_1">
    <p:spTree>
      <p:nvGrpSpPr>
        <p:cNvPr id="1969" name="Shape 19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0" name="Google Shape;1970;p84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1971" name="Google Shape;1971;p84"/>
          <p:cNvSpPr txBox="1"/>
          <p:nvPr>
            <p:ph idx="2" type="title"/>
          </p:nvPr>
        </p:nvSpPr>
        <p:spPr>
          <a:xfrm>
            <a:off x="867749" y="2192424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2" name="Google Shape;1972;p84"/>
          <p:cNvSpPr txBox="1"/>
          <p:nvPr>
            <p:ph idx="3" type="title"/>
          </p:nvPr>
        </p:nvSpPr>
        <p:spPr>
          <a:xfrm>
            <a:off x="2777181" y="24972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3" name="Google Shape;1973;p84"/>
          <p:cNvSpPr txBox="1"/>
          <p:nvPr>
            <p:ph idx="4" type="title"/>
          </p:nvPr>
        </p:nvSpPr>
        <p:spPr>
          <a:xfrm>
            <a:off x="4762081" y="28020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4" name="Google Shape;1974;p84"/>
          <p:cNvSpPr txBox="1"/>
          <p:nvPr>
            <p:ph idx="5" type="title"/>
          </p:nvPr>
        </p:nvSpPr>
        <p:spPr>
          <a:xfrm>
            <a:off x="6718849" y="3106800"/>
            <a:ext cx="1787400" cy="4623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5" name="Google Shape;1975;p84"/>
          <p:cNvSpPr txBox="1"/>
          <p:nvPr>
            <p:ph idx="1" type="subTitle"/>
          </p:nvPr>
        </p:nvSpPr>
        <p:spPr>
          <a:xfrm>
            <a:off x="867749" y="2765000"/>
            <a:ext cx="17874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6" name="Google Shape;1976;p84"/>
          <p:cNvSpPr txBox="1"/>
          <p:nvPr>
            <p:ph idx="6" type="subTitle"/>
          </p:nvPr>
        </p:nvSpPr>
        <p:spPr>
          <a:xfrm>
            <a:off x="2777181" y="3069700"/>
            <a:ext cx="17874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7" name="Google Shape;1977;p84"/>
          <p:cNvSpPr txBox="1"/>
          <p:nvPr>
            <p:ph idx="7" type="subTitle"/>
          </p:nvPr>
        </p:nvSpPr>
        <p:spPr>
          <a:xfrm>
            <a:off x="4762081" y="3374500"/>
            <a:ext cx="17874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78" name="Google Shape;1978;p84"/>
          <p:cNvSpPr txBox="1"/>
          <p:nvPr>
            <p:ph idx="8" type="subTitle"/>
          </p:nvPr>
        </p:nvSpPr>
        <p:spPr>
          <a:xfrm>
            <a:off x="6718855" y="3679300"/>
            <a:ext cx="1787400" cy="73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979" name="Google Shape;1979;p8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1980" name="Google Shape;1980;p8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8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8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3" name="Google Shape;1983;p8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984" name="Google Shape;1984;p8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8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8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87" name="Google Shape;1987;p8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1988" name="Google Shape;1988;p8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8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8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91" name="Google Shape;1991;p84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grpSp>
        <p:nvGrpSpPr>
          <p:cNvPr id="1992" name="Google Shape;1992;p84"/>
          <p:cNvGrpSpPr/>
          <p:nvPr/>
        </p:nvGrpSpPr>
        <p:grpSpPr>
          <a:xfrm>
            <a:off x="8669427" y="4667865"/>
            <a:ext cx="228825" cy="228856"/>
            <a:chOff x="3023950" y="3689950"/>
            <a:chExt cx="316100" cy="316100"/>
          </a:xfrm>
        </p:grpSpPr>
        <p:sp>
          <p:nvSpPr>
            <p:cNvPr id="1993" name="Google Shape;1993;p8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8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8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2">
  <p:cSld name="CUSTOM_3_1_1"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8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1998" name="Google Shape;1998;p85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1999" name="Google Shape;1999;p8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8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8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2" name="Google Shape;2002;p85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003" name="Google Shape;2003;p85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85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85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06" name="Google Shape;2006;p85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2007" name="Google Shape;2007;p85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2008" name="Google Shape;2008;p85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9" name="Google Shape;2009;p85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0" name="Google Shape;2010;p85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1" name="Google Shape;2011;p85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2" name="Google Shape;2012;p85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3" name="Google Shape;2013;p85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4" name="Google Shape;2014;p85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5" name="Google Shape;2015;p85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6" name="Google Shape;2016;p85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7" name="Google Shape;2017;p85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8" name="Google Shape;2018;p85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9" name="Google Shape;2019;p85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0" name="Google Shape;2020;p85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2021" name="Google Shape;2021;p85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85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85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4" name="Google Shape;2024;p85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5" name="Google Shape;2025;p85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6" name="Google Shape;2026;p85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85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85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9" name="Google Shape;2029;p85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0" name="Google Shape;2030;p85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85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2" name="Google Shape;2032;p85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033" name="Google Shape;2033;p85"/>
          <p:cNvSpPr txBox="1"/>
          <p:nvPr>
            <p:ph idx="2" type="title"/>
          </p:nvPr>
        </p:nvSpPr>
        <p:spPr>
          <a:xfrm>
            <a:off x="1218368" y="1611844"/>
            <a:ext cx="2105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034" name="Google Shape;2034;p85"/>
          <p:cNvSpPr txBox="1"/>
          <p:nvPr>
            <p:ph idx="1" type="subTitle"/>
          </p:nvPr>
        </p:nvSpPr>
        <p:spPr>
          <a:xfrm>
            <a:off x="812466" y="2269375"/>
            <a:ext cx="251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5" name="Google Shape;2035;p85"/>
          <p:cNvSpPr txBox="1"/>
          <p:nvPr>
            <p:ph idx="3" type="title"/>
          </p:nvPr>
        </p:nvSpPr>
        <p:spPr>
          <a:xfrm>
            <a:off x="5804868" y="1611844"/>
            <a:ext cx="2105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036" name="Google Shape;2036;p85"/>
          <p:cNvSpPr txBox="1"/>
          <p:nvPr>
            <p:ph idx="4" type="subTitle"/>
          </p:nvPr>
        </p:nvSpPr>
        <p:spPr>
          <a:xfrm>
            <a:off x="5804869" y="2269375"/>
            <a:ext cx="251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7" name="Google Shape;2037;p85"/>
          <p:cNvSpPr txBox="1"/>
          <p:nvPr>
            <p:ph idx="5" type="title"/>
          </p:nvPr>
        </p:nvSpPr>
        <p:spPr>
          <a:xfrm>
            <a:off x="1218368" y="3116250"/>
            <a:ext cx="2105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038" name="Google Shape;2038;p85"/>
          <p:cNvSpPr txBox="1"/>
          <p:nvPr>
            <p:ph idx="6" type="subTitle"/>
          </p:nvPr>
        </p:nvSpPr>
        <p:spPr>
          <a:xfrm>
            <a:off x="812466" y="3771085"/>
            <a:ext cx="251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39" name="Google Shape;2039;p85"/>
          <p:cNvSpPr txBox="1"/>
          <p:nvPr>
            <p:ph idx="7" type="title"/>
          </p:nvPr>
        </p:nvSpPr>
        <p:spPr>
          <a:xfrm>
            <a:off x="5804868" y="3116250"/>
            <a:ext cx="21057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Font typeface="Teko"/>
              <a:buNone/>
              <a:defRPr sz="2500">
                <a:latin typeface="Teko"/>
                <a:ea typeface="Teko"/>
                <a:cs typeface="Teko"/>
                <a:sym typeface="Teko"/>
              </a:defRPr>
            </a:lvl9pPr>
          </a:lstStyle>
          <a:p/>
        </p:txBody>
      </p:sp>
      <p:sp>
        <p:nvSpPr>
          <p:cNvPr id="2040" name="Google Shape;2040;p85"/>
          <p:cNvSpPr txBox="1"/>
          <p:nvPr>
            <p:ph idx="8" type="subTitle"/>
          </p:nvPr>
        </p:nvSpPr>
        <p:spPr>
          <a:xfrm>
            <a:off x="5804869" y="3771085"/>
            <a:ext cx="25116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8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2043" name="Google Shape;2043;p86"/>
          <p:cNvSpPr txBox="1"/>
          <p:nvPr>
            <p:ph idx="2" type="title"/>
          </p:nvPr>
        </p:nvSpPr>
        <p:spPr>
          <a:xfrm>
            <a:off x="778650" y="2451442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4" name="Google Shape;2044;p86"/>
          <p:cNvSpPr txBox="1"/>
          <p:nvPr>
            <p:ph idx="3" type="title"/>
          </p:nvPr>
        </p:nvSpPr>
        <p:spPr>
          <a:xfrm>
            <a:off x="3432538" y="2451417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5" name="Google Shape;2045;p86"/>
          <p:cNvSpPr txBox="1"/>
          <p:nvPr>
            <p:ph idx="4" type="title"/>
          </p:nvPr>
        </p:nvSpPr>
        <p:spPr>
          <a:xfrm>
            <a:off x="6086425" y="2451417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46" name="Google Shape;2046;p86"/>
          <p:cNvSpPr txBox="1"/>
          <p:nvPr>
            <p:ph idx="1" type="subTitle"/>
          </p:nvPr>
        </p:nvSpPr>
        <p:spPr>
          <a:xfrm>
            <a:off x="778650" y="3015628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7" name="Google Shape;2047;p86"/>
          <p:cNvSpPr txBox="1"/>
          <p:nvPr>
            <p:ph idx="5" type="subTitle"/>
          </p:nvPr>
        </p:nvSpPr>
        <p:spPr>
          <a:xfrm>
            <a:off x="3432550" y="3015625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8" name="Google Shape;2048;p86"/>
          <p:cNvSpPr txBox="1"/>
          <p:nvPr>
            <p:ph idx="6" type="subTitle"/>
          </p:nvPr>
        </p:nvSpPr>
        <p:spPr>
          <a:xfrm>
            <a:off x="6086425" y="3015625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49" name="Google Shape;2049;p86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050" name="Google Shape;2050;p8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8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8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3" name="Google Shape;2053;p86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054" name="Google Shape;2054;p8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8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8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57" name="Google Shape;2057;p86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058" name="Google Shape;2058;p8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8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8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61" name="Google Shape;2061;p86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062" name="Google Shape;2062;p8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8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8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4_1"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p8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2067" name="Google Shape;2067;p87"/>
          <p:cNvSpPr txBox="1"/>
          <p:nvPr>
            <p:ph idx="2" type="title"/>
          </p:nvPr>
        </p:nvSpPr>
        <p:spPr>
          <a:xfrm>
            <a:off x="5165450" y="1489475"/>
            <a:ext cx="2962500" cy="4146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8" name="Google Shape;2068;p87"/>
          <p:cNvSpPr txBox="1"/>
          <p:nvPr>
            <p:ph idx="3" type="title"/>
          </p:nvPr>
        </p:nvSpPr>
        <p:spPr>
          <a:xfrm>
            <a:off x="5165450" y="2557926"/>
            <a:ext cx="2962500" cy="3537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69" name="Google Shape;2069;p87"/>
          <p:cNvSpPr txBox="1"/>
          <p:nvPr>
            <p:ph idx="4" type="title"/>
          </p:nvPr>
        </p:nvSpPr>
        <p:spPr>
          <a:xfrm>
            <a:off x="5165450" y="3595789"/>
            <a:ext cx="2962500" cy="3537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70" name="Google Shape;2070;p87"/>
          <p:cNvSpPr txBox="1"/>
          <p:nvPr>
            <p:ph idx="1" type="subTitle"/>
          </p:nvPr>
        </p:nvSpPr>
        <p:spPr>
          <a:xfrm>
            <a:off x="5165450" y="1910275"/>
            <a:ext cx="2962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1" name="Google Shape;2071;p87"/>
          <p:cNvSpPr txBox="1"/>
          <p:nvPr>
            <p:ph idx="5" type="subTitle"/>
          </p:nvPr>
        </p:nvSpPr>
        <p:spPr>
          <a:xfrm>
            <a:off x="5165450" y="2929850"/>
            <a:ext cx="2962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2" name="Google Shape;2072;p87"/>
          <p:cNvSpPr txBox="1"/>
          <p:nvPr>
            <p:ph idx="6" type="subTitle"/>
          </p:nvPr>
        </p:nvSpPr>
        <p:spPr>
          <a:xfrm>
            <a:off x="5165450" y="3949500"/>
            <a:ext cx="2962500" cy="49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73" name="Google Shape;2073;p87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074" name="Google Shape;2074;p8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8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8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77" name="Google Shape;2077;p87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078" name="Google Shape;2078;p8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8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8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1" name="Google Shape;2081;p87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082" name="Google Shape;2082;p8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8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8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85" name="Google Shape;2085;p87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086" name="Google Shape;2086;p87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87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87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89" name="Google Shape;2089;p87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1_1">
    <p:spTree>
      <p:nvGrpSpPr>
        <p:cNvPr id="2090" name="Shape 2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1" name="Google Shape;2091;p8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2092" name="Google Shape;2092;p88"/>
          <p:cNvSpPr txBox="1"/>
          <p:nvPr>
            <p:ph idx="2" type="title"/>
          </p:nvPr>
        </p:nvSpPr>
        <p:spPr>
          <a:xfrm>
            <a:off x="3043975" y="1490048"/>
            <a:ext cx="1284000" cy="414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3" name="Google Shape;2093;p88"/>
          <p:cNvSpPr txBox="1"/>
          <p:nvPr>
            <p:ph idx="3" type="title"/>
          </p:nvPr>
        </p:nvSpPr>
        <p:spPr>
          <a:xfrm>
            <a:off x="3043975" y="2676793"/>
            <a:ext cx="1284000" cy="353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4" name="Google Shape;2094;p88"/>
          <p:cNvSpPr txBox="1"/>
          <p:nvPr>
            <p:ph idx="4" type="title"/>
          </p:nvPr>
        </p:nvSpPr>
        <p:spPr>
          <a:xfrm>
            <a:off x="3043975" y="3823548"/>
            <a:ext cx="1284000" cy="353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5" name="Google Shape;2095;p88"/>
          <p:cNvSpPr txBox="1"/>
          <p:nvPr>
            <p:ph idx="1" type="subTitle"/>
          </p:nvPr>
        </p:nvSpPr>
        <p:spPr>
          <a:xfrm>
            <a:off x="5216275" y="1449400"/>
            <a:ext cx="2837400" cy="49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6" name="Google Shape;2096;p88"/>
          <p:cNvSpPr txBox="1"/>
          <p:nvPr>
            <p:ph idx="5" type="subTitle"/>
          </p:nvPr>
        </p:nvSpPr>
        <p:spPr>
          <a:xfrm>
            <a:off x="5216275" y="2605696"/>
            <a:ext cx="2837400" cy="49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7" name="Google Shape;2097;p88"/>
          <p:cNvSpPr txBox="1"/>
          <p:nvPr>
            <p:ph idx="6" type="subTitle"/>
          </p:nvPr>
        </p:nvSpPr>
        <p:spPr>
          <a:xfrm>
            <a:off x="5216275" y="3752450"/>
            <a:ext cx="2837400" cy="495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098" name="Google Shape;2098;p88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099" name="Google Shape;2099;p8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8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8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2" name="Google Shape;2102;p88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103" name="Google Shape;2103;p8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8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8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06" name="Google Shape;2106;p88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107" name="Google Shape;2107;p8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8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8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10" name="Google Shape;2110;p88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111" name="Google Shape;2111;p88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88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88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14" name="Google Shape;2114;p88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115" name="Google Shape;2115;p88"/>
          <p:cNvSpPr txBox="1"/>
          <p:nvPr>
            <p:ph hasCustomPrompt="1" idx="7" type="title"/>
          </p:nvPr>
        </p:nvSpPr>
        <p:spPr>
          <a:xfrm>
            <a:off x="1298797" y="1390298"/>
            <a:ext cx="874200" cy="61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16" name="Google Shape;2116;p88"/>
          <p:cNvSpPr txBox="1"/>
          <p:nvPr>
            <p:ph hasCustomPrompt="1" idx="8" type="title"/>
          </p:nvPr>
        </p:nvSpPr>
        <p:spPr>
          <a:xfrm>
            <a:off x="1298797" y="2546593"/>
            <a:ext cx="874200" cy="61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17" name="Google Shape;2117;p88"/>
          <p:cNvSpPr txBox="1"/>
          <p:nvPr>
            <p:ph hasCustomPrompt="1" idx="9" type="title"/>
          </p:nvPr>
        </p:nvSpPr>
        <p:spPr>
          <a:xfrm>
            <a:off x="1298797" y="3693348"/>
            <a:ext cx="874200" cy="61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5">
    <p:spTree>
      <p:nvGrpSpPr>
        <p:cNvPr id="2118" name="Shape 2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" name="Google Shape;2119;p89"/>
          <p:cNvSpPr txBox="1"/>
          <p:nvPr>
            <p:ph idx="1" type="subTitle"/>
          </p:nvPr>
        </p:nvSpPr>
        <p:spPr>
          <a:xfrm>
            <a:off x="2861150" y="1524325"/>
            <a:ext cx="49701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0" name="Google Shape;2120;p89"/>
          <p:cNvSpPr txBox="1"/>
          <p:nvPr>
            <p:ph hasCustomPrompt="1" type="title"/>
          </p:nvPr>
        </p:nvSpPr>
        <p:spPr>
          <a:xfrm>
            <a:off x="2861150" y="850275"/>
            <a:ext cx="34347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1" name="Google Shape;2121;p89"/>
          <p:cNvSpPr txBox="1"/>
          <p:nvPr>
            <p:ph idx="2" type="subTitle"/>
          </p:nvPr>
        </p:nvSpPr>
        <p:spPr>
          <a:xfrm>
            <a:off x="2861150" y="2751232"/>
            <a:ext cx="49701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2" name="Google Shape;2122;p89"/>
          <p:cNvSpPr txBox="1"/>
          <p:nvPr>
            <p:ph hasCustomPrompt="1" idx="3" type="title"/>
          </p:nvPr>
        </p:nvSpPr>
        <p:spPr>
          <a:xfrm>
            <a:off x="2861150" y="2077182"/>
            <a:ext cx="34347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3" name="Google Shape;2123;p89"/>
          <p:cNvSpPr txBox="1"/>
          <p:nvPr>
            <p:ph idx="4" type="subTitle"/>
          </p:nvPr>
        </p:nvSpPr>
        <p:spPr>
          <a:xfrm>
            <a:off x="2861150" y="3978150"/>
            <a:ext cx="5577000" cy="32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4" name="Google Shape;2124;p89"/>
          <p:cNvSpPr txBox="1"/>
          <p:nvPr>
            <p:ph hasCustomPrompt="1" idx="5" type="title"/>
          </p:nvPr>
        </p:nvSpPr>
        <p:spPr>
          <a:xfrm>
            <a:off x="2861150" y="3304099"/>
            <a:ext cx="34347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25" name="Google Shape;2125;p89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5_1">
    <p:spTree>
      <p:nvGrpSpPr>
        <p:cNvPr id="2126" name="Shape 2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7" name="Google Shape;2127;p90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2128" name="Google Shape;2128;p90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2129" name="Google Shape;2129;p90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2130" name="Google Shape;2130;p90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1" name="Google Shape;2131;p90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2" name="Google Shape;2132;p90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3" name="Google Shape;2133;p90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4" name="Google Shape;2134;p90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5" name="Google Shape;2135;p90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6" name="Google Shape;2136;p90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7" name="Google Shape;2137;p90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8" name="Google Shape;2138;p90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9" name="Google Shape;2139;p90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0" name="Google Shape;2140;p90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1" name="Google Shape;2141;p90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2" name="Google Shape;2142;p90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2143" name="Google Shape;2143;p90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4" name="Google Shape;2144;p90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5" name="Google Shape;2145;p90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6" name="Google Shape;2146;p90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7" name="Google Shape;2147;p90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8" name="Google Shape;2148;p90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9" name="Google Shape;2149;p90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0" name="Google Shape;2150;p90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1" name="Google Shape;2151;p90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2" name="Google Shape;2152;p90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3" name="Google Shape;2153;p90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4" name="Google Shape;2154;p90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155" name="Google Shape;2155;p9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156" name="Google Shape;2156;p9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9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9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59" name="Google Shape;2159;p9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160" name="Google Shape;2160;p9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9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9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63" name="Google Shape;2163;p9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164" name="Google Shape;2164;p9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9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9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67" name="Google Shape;2167;p90"/>
          <p:cNvSpPr txBox="1"/>
          <p:nvPr>
            <p:ph idx="2" type="title"/>
          </p:nvPr>
        </p:nvSpPr>
        <p:spPr>
          <a:xfrm>
            <a:off x="1283324" y="310911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68" name="Google Shape;2168;p90"/>
          <p:cNvSpPr txBox="1"/>
          <p:nvPr>
            <p:ph idx="1" type="subTitle"/>
          </p:nvPr>
        </p:nvSpPr>
        <p:spPr>
          <a:xfrm>
            <a:off x="1055024" y="3695650"/>
            <a:ext cx="27930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9" name="Google Shape;2169;p90"/>
          <p:cNvSpPr txBox="1"/>
          <p:nvPr>
            <p:ph idx="3" type="title"/>
          </p:nvPr>
        </p:nvSpPr>
        <p:spPr>
          <a:xfrm>
            <a:off x="5518822" y="3109113"/>
            <a:ext cx="2336400" cy="527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170" name="Google Shape;2170;p90"/>
          <p:cNvSpPr txBox="1"/>
          <p:nvPr>
            <p:ph idx="4" type="subTitle"/>
          </p:nvPr>
        </p:nvSpPr>
        <p:spPr>
          <a:xfrm>
            <a:off x="5290525" y="3695650"/>
            <a:ext cx="27930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1" name="Google Shape;2171;p90"/>
          <p:cNvSpPr txBox="1"/>
          <p:nvPr>
            <p:ph hasCustomPrompt="1" idx="5" type="title"/>
          </p:nvPr>
        </p:nvSpPr>
        <p:spPr>
          <a:xfrm>
            <a:off x="1568024" y="1487672"/>
            <a:ext cx="1767000" cy="6141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2172" name="Google Shape;2172;p90"/>
          <p:cNvSpPr txBox="1"/>
          <p:nvPr>
            <p:ph hasCustomPrompt="1" idx="6" type="title"/>
          </p:nvPr>
        </p:nvSpPr>
        <p:spPr>
          <a:xfrm>
            <a:off x="5803522" y="1487672"/>
            <a:ext cx="1767000" cy="61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19"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91"/>
          <p:cNvSpPr txBox="1"/>
          <p:nvPr>
            <p:ph idx="1" type="subTitle"/>
          </p:nvPr>
        </p:nvSpPr>
        <p:spPr>
          <a:xfrm>
            <a:off x="965321" y="1905300"/>
            <a:ext cx="23595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5" name="Google Shape;2175;p91"/>
          <p:cNvSpPr txBox="1"/>
          <p:nvPr>
            <p:ph hasCustomPrompt="1" type="title"/>
          </p:nvPr>
        </p:nvSpPr>
        <p:spPr>
          <a:xfrm>
            <a:off x="965321" y="1062350"/>
            <a:ext cx="2359500" cy="76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6" name="Google Shape;2176;p91"/>
          <p:cNvSpPr txBox="1"/>
          <p:nvPr>
            <p:ph idx="2" type="subTitle"/>
          </p:nvPr>
        </p:nvSpPr>
        <p:spPr>
          <a:xfrm>
            <a:off x="948600" y="3636300"/>
            <a:ext cx="23595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7" name="Google Shape;2177;p91"/>
          <p:cNvSpPr txBox="1"/>
          <p:nvPr>
            <p:ph hasCustomPrompt="1" idx="3" type="title"/>
          </p:nvPr>
        </p:nvSpPr>
        <p:spPr>
          <a:xfrm>
            <a:off x="948600" y="2793275"/>
            <a:ext cx="2359500" cy="76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78" name="Google Shape;2178;p91"/>
          <p:cNvSpPr txBox="1"/>
          <p:nvPr>
            <p:ph idx="4" type="subTitle"/>
          </p:nvPr>
        </p:nvSpPr>
        <p:spPr>
          <a:xfrm>
            <a:off x="5835900" y="3636300"/>
            <a:ext cx="23595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9" name="Google Shape;2179;p91"/>
          <p:cNvSpPr txBox="1"/>
          <p:nvPr>
            <p:ph hasCustomPrompt="1" idx="5" type="title"/>
          </p:nvPr>
        </p:nvSpPr>
        <p:spPr>
          <a:xfrm>
            <a:off x="5835900" y="2793350"/>
            <a:ext cx="2359500" cy="76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180" name="Google Shape;2180;p9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181" name="Google Shape;2181;p9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9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9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4" name="Google Shape;2184;p91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185" name="Google Shape;2185;p9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9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9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88" name="Google Shape;2188;p9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189" name="Google Shape;2189;p9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9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9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192" name="Google Shape;2192;p91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193" name="Google Shape;2193;p9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9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9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96" name="Google Shape;2196;p91"/>
          <p:cNvSpPr txBox="1"/>
          <p:nvPr>
            <p:ph idx="6" type="subTitle"/>
          </p:nvPr>
        </p:nvSpPr>
        <p:spPr>
          <a:xfrm>
            <a:off x="5835900" y="1905300"/>
            <a:ext cx="2359500" cy="599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97" name="Google Shape;2197;p91"/>
          <p:cNvSpPr txBox="1"/>
          <p:nvPr>
            <p:ph hasCustomPrompt="1" idx="7" type="title"/>
          </p:nvPr>
        </p:nvSpPr>
        <p:spPr>
          <a:xfrm>
            <a:off x="5835900" y="1062350"/>
            <a:ext cx="2359500" cy="76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3">
  <p:cSld name="CUSTOM_19_1"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92"/>
          <p:cNvSpPr txBox="1"/>
          <p:nvPr>
            <p:ph idx="1" type="subTitle"/>
          </p:nvPr>
        </p:nvSpPr>
        <p:spPr>
          <a:xfrm>
            <a:off x="1129480" y="2743911"/>
            <a:ext cx="6889800" cy="297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0" name="Google Shape;2200;p92"/>
          <p:cNvSpPr txBox="1"/>
          <p:nvPr>
            <p:ph hasCustomPrompt="1" type="title"/>
          </p:nvPr>
        </p:nvSpPr>
        <p:spPr>
          <a:xfrm>
            <a:off x="1129475" y="2034100"/>
            <a:ext cx="6889800" cy="818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1" name="Google Shape;2201;p92"/>
          <p:cNvSpPr txBox="1"/>
          <p:nvPr>
            <p:ph idx="2" type="subTitle"/>
          </p:nvPr>
        </p:nvSpPr>
        <p:spPr>
          <a:xfrm>
            <a:off x="1129474" y="3924089"/>
            <a:ext cx="4322100" cy="3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2" name="Google Shape;2202;p92"/>
          <p:cNvSpPr txBox="1"/>
          <p:nvPr>
            <p:ph hasCustomPrompt="1" idx="3" type="title"/>
          </p:nvPr>
        </p:nvSpPr>
        <p:spPr>
          <a:xfrm>
            <a:off x="1129475" y="3214200"/>
            <a:ext cx="4322100" cy="818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203" name="Google Shape;2203;p92"/>
          <p:cNvSpPr txBox="1"/>
          <p:nvPr>
            <p:ph idx="4" type="subTitle"/>
          </p:nvPr>
        </p:nvSpPr>
        <p:spPr>
          <a:xfrm>
            <a:off x="3697050" y="1482300"/>
            <a:ext cx="4322100" cy="3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4" name="Google Shape;2204;p92"/>
          <p:cNvSpPr txBox="1"/>
          <p:nvPr>
            <p:ph hasCustomPrompt="1" idx="5" type="title"/>
          </p:nvPr>
        </p:nvSpPr>
        <p:spPr>
          <a:xfrm>
            <a:off x="3697050" y="791750"/>
            <a:ext cx="4322100" cy="8184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  <a:defRPr sz="6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grpSp>
        <p:nvGrpSpPr>
          <p:cNvPr id="2205" name="Google Shape;2205;p9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206" name="Google Shape;2206;p9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9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9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09" name="Google Shape;2209;p92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210" name="Google Shape;2210;p9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9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9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3" name="Google Shape;2213;p92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6">
    <p:spTree>
      <p:nvGrpSpPr>
        <p:cNvPr id="2214" name="Shape 2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Google Shape;2215;p9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2216" name="Google Shape;2216;p93"/>
          <p:cNvSpPr txBox="1"/>
          <p:nvPr>
            <p:ph idx="2" type="title"/>
          </p:nvPr>
        </p:nvSpPr>
        <p:spPr>
          <a:xfrm>
            <a:off x="815400" y="1660725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7" name="Google Shape;2217;p93"/>
          <p:cNvSpPr txBox="1"/>
          <p:nvPr>
            <p:ph idx="3" type="title"/>
          </p:nvPr>
        </p:nvSpPr>
        <p:spPr>
          <a:xfrm>
            <a:off x="3432075" y="1660700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8" name="Google Shape;2218;p93"/>
          <p:cNvSpPr txBox="1"/>
          <p:nvPr>
            <p:ph idx="4" type="title"/>
          </p:nvPr>
        </p:nvSpPr>
        <p:spPr>
          <a:xfrm>
            <a:off x="6019850" y="1660700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9" name="Google Shape;2219;p93"/>
          <p:cNvSpPr txBox="1"/>
          <p:nvPr>
            <p:ph idx="1" type="subTitle"/>
          </p:nvPr>
        </p:nvSpPr>
        <p:spPr>
          <a:xfrm>
            <a:off x="815550" y="2189418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0" name="Google Shape;2220;p93"/>
          <p:cNvSpPr txBox="1"/>
          <p:nvPr>
            <p:ph idx="5" type="subTitle"/>
          </p:nvPr>
        </p:nvSpPr>
        <p:spPr>
          <a:xfrm>
            <a:off x="3432213" y="2189425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1" name="Google Shape;2221;p93"/>
          <p:cNvSpPr txBox="1"/>
          <p:nvPr>
            <p:ph idx="6" type="subTitle"/>
          </p:nvPr>
        </p:nvSpPr>
        <p:spPr>
          <a:xfrm>
            <a:off x="6019850" y="2189425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2" name="Google Shape;2222;p93"/>
          <p:cNvSpPr txBox="1"/>
          <p:nvPr>
            <p:ph idx="7" type="title"/>
          </p:nvPr>
        </p:nvSpPr>
        <p:spPr>
          <a:xfrm>
            <a:off x="815400" y="3138375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3" name="Google Shape;2223;p93"/>
          <p:cNvSpPr txBox="1"/>
          <p:nvPr>
            <p:ph idx="8" type="title"/>
          </p:nvPr>
        </p:nvSpPr>
        <p:spPr>
          <a:xfrm>
            <a:off x="3432075" y="3138350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4" name="Google Shape;2224;p93"/>
          <p:cNvSpPr txBox="1"/>
          <p:nvPr>
            <p:ph idx="9" type="title"/>
          </p:nvPr>
        </p:nvSpPr>
        <p:spPr>
          <a:xfrm>
            <a:off x="6019850" y="3138350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25" name="Google Shape;2225;p93"/>
          <p:cNvSpPr txBox="1"/>
          <p:nvPr>
            <p:ph idx="13" type="subTitle"/>
          </p:nvPr>
        </p:nvSpPr>
        <p:spPr>
          <a:xfrm>
            <a:off x="815550" y="3667068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6" name="Google Shape;2226;p93"/>
          <p:cNvSpPr txBox="1"/>
          <p:nvPr>
            <p:ph idx="14" type="subTitle"/>
          </p:nvPr>
        </p:nvSpPr>
        <p:spPr>
          <a:xfrm>
            <a:off x="3432213" y="3667075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27" name="Google Shape;2227;p93"/>
          <p:cNvSpPr txBox="1"/>
          <p:nvPr>
            <p:ph idx="15" type="subTitle"/>
          </p:nvPr>
        </p:nvSpPr>
        <p:spPr>
          <a:xfrm>
            <a:off x="6019850" y="3667075"/>
            <a:ext cx="22797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28" name="Google Shape;2228;p93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229" name="Google Shape;2229;p9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9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9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2" name="Google Shape;2232;p93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233" name="Google Shape;2233;p9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9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9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36" name="Google Shape;2236;p9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237" name="Google Shape;2237;p9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9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9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40" name="Google Shape;2240;p93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241" name="Google Shape;2241;p9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9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9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44" name="Google Shape;2244;p93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USTOM_17">
    <p:spTree>
      <p:nvGrpSpPr>
        <p:cNvPr id="2245" name="Shape 2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6" name="Google Shape;2246;p94"/>
          <p:cNvSpPr txBox="1"/>
          <p:nvPr>
            <p:ph type="title"/>
          </p:nvPr>
        </p:nvSpPr>
        <p:spPr>
          <a:xfrm>
            <a:off x="5273025" y="896400"/>
            <a:ext cx="3048300" cy="335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72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grpSp>
        <p:nvGrpSpPr>
          <p:cNvPr id="2247" name="Google Shape;2247;p94"/>
          <p:cNvGrpSpPr/>
          <p:nvPr/>
        </p:nvGrpSpPr>
        <p:grpSpPr>
          <a:xfrm>
            <a:off x="4675037" y="1648692"/>
            <a:ext cx="4108323" cy="3132999"/>
            <a:chOff x="5614975" y="2571738"/>
            <a:chExt cx="2725075" cy="2078413"/>
          </a:xfrm>
        </p:grpSpPr>
        <p:grpSp>
          <p:nvGrpSpPr>
            <p:cNvPr id="2248" name="Google Shape;2248;p94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2249" name="Google Shape;2249;p94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0" name="Google Shape;2250;p94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1" name="Google Shape;2251;p94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2" name="Google Shape;2252;p94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3" name="Google Shape;2253;p94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4" name="Google Shape;2254;p94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5" name="Google Shape;2255;p94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6" name="Google Shape;2256;p94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7" name="Google Shape;2257;p94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8" name="Google Shape;2258;p94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9" name="Google Shape;2259;p94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0" name="Google Shape;2260;p94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61" name="Google Shape;2261;p94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2262" name="Google Shape;2262;p94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3" name="Google Shape;2263;p94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4" name="Google Shape;2264;p94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5" name="Google Shape;2265;p94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6" name="Google Shape;2266;p94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7" name="Google Shape;2267;p94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8" name="Google Shape;2268;p94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9" name="Google Shape;2269;p94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0" name="Google Shape;2270;p94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1" name="Google Shape;2271;p94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2" name="Google Shape;2272;p94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3" name="Google Shape;2273;p94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274" name="Google Shape;2274;p9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275" name="Google Shape;2275;p9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9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9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78" name="Google Shape;2278;p94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279" name="Google Shape;2279;p9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9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9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82" name="Google Shape;2282;p9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283" name="Google Shape;2283;p9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9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9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1">
  <p:cSld name="CUSTOM_18">
    <p:spTree>
      <p:nvGrpSpPr>
        <p:cNvPr id="2286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95"/>
          <p:cNvSpPr txBox="1"/>
          <p:nvPr>
            <p:ph type="title"/>
          </p:nvPr>
        </p:nvSpPr>
        <p:spPr>
          <a:xfrm>
            <a:off x="3795025" y="1271625"/>
            <a:ext cx="4629000" cy="1913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288" name="Google Shape;2288;p95"/>
          <p:cNvSpPr txBox="1"/>
          <p:nvPr>
            <p:ph idx="1" type="subTitle"/>
          </p:nvPr>
        </p:nvSpPr>
        <p:spPr>
          <a:xfrm>
            <a:off x="4103250" y="3390475"/>
            <a:ext cx="3987600" cy="456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2289" name="Google Shape;2289;p95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2290" name="Google Shape;2290;p95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2291" name="Google Shape;2291;p9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2" name="Google Shape;2292;p9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3" name="Google Shape;2293;p9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4" name="Google Shape;2294;p95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2295" name="Google Shape;2295;p9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6" name="Google Shape;2296;p9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7" name="Google Shape;2297;p9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98" name="Google Shape;2298;p95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2299" name="Google Shape;2299;p9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0" name="Google Shape;2300;p9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1" name="Google Shape;2301;p9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02" name="Google Shape;2302;p95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2303" name="Google Shape;2303;p95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4" name="Google Shape;2304;p95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5" name="Google Shape;2305;p95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ly title 2">
  <p:cSld name="CUSTOM_9"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9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grpSp>
        <p:nvGrpSpPr>
          <p:cNvPr id="2308" name="Google Shape;2308;p96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2309" name="Google Shape;2309;p96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2310" name="Google Shape;2310;p96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1" name="Google Shape;2311;p96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2" name="Google Shape;2312;p96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3" name="Google Shape;2313;p96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4" name="Google Shape;2314;p96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5" name="Google Shape;2315;p96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6" name="Google Shape;2316;p96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7" name="Google Shape;2317;p96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8" name="Google Shape;2318;p96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9" name="Google Shape;2319;p96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0" name="Google Shape;2320;p96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1" name="Google Shape;2321;p96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22" name="Google Shape;2322;p96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2323" name="Google Shape;2323;p96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4" name="Google Shape;2324;p96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5" name="Google Shape;2325;p96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6" name="Google Shape;2326;p96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7" name="Google Shape;2327;p96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8" name="Google Shape;2328;p96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9" name="Google Shape;2329;p96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0" name="Google Shape;2330;p96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1" name="Google Shape;2331;p96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2" name="Google Shape;2332;p96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3" name="Google Shape;2333;p96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4" name="Google Shape;2334;p96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335" name="Google Shape;2335;p96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336" name="Google Shape;2336;p9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9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9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39" name="Google Shape;2339;p96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340" name="Google Shape;2340;p9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9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9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43" name="Google Shape;2343;p96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344" name="Google Shape;2344;p96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96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96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9_1"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8" name="Google Shape;2348;p97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2349" name="Google Shape;2349;p97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2350" name="Google Shape;2350;p97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1" name="Google Shape;2351;p97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2" name="Google Shape;2352;p97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3" name="Google Shape;2353;p97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2354" name="Google Shape;2354;p97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5" name="Google Shape;2355;p97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6" name="Google Shape;2356;p97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57" name="Google Shape;2357;p97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2358" name="Google Shape;2358;p97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9" name="Google Shape;2359;p97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0" name="Google Shape;2360;p97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61" name="Google Shape;2361;p97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2362" name="Google Shape;2362;p97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3" name="Google Shape;2363;p97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4" name="Google Shape;2364;p97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65" name="Google Shape;2365;p97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2366" name="Google Shape;2366;p97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CUSTOM_9_1_1">
    <p:spTree>
      <p:nvGrpSpPr>
        <p:cNvPr id="2367" name="Shape 2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68" name="Google Shape;2368;p98"/>
          <p:cNvGrpSpPr/>
          <p:nvPr/>
        </p:nvGrpSpPr>
        <p:grpSpPr>
          <a:xfrm>
            <a:off x="245739" y="245588"/>
            <a:ext cx="8652750" cy="4652334"/>
            <a:chOff x="245739" y="245588"/>
            <a:chExt cx="8652750" cy="4652334"/>
          </a:xfrm>
        </p:grpSpPr>
        <p:grpSp>
          <p:nvGrpSpPr>
            <p:cNvPr id="2369" name="Google Shape;2369;p98"/>
            <p:cNvGrpSpPr/>
            <p:nvPr/>
          </p:nvGrpSpPr>
          <p:grpSpPr>
            <a:xfrm>
              <a:off x="8669664" y="245588"/>
              <a:ext cx="228825" cy="228825"/>
              <a:chOff x="3023950" y="3689950"/>
              <a:chExt cx="316100" cy="316100"/>
            </a:xfrm>
          </p:grpSpPr>
          <p:sp>
            <p:nvSpPr>
              <p:cNvPr id="2370" name="Google Shape;2370;p9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1" name="Google Shape;2371;p9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2" name="Google Shape;2372;p9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3" name="Google Shape;2373;p98"/>
            <p:cNvGrpSpPr/>
            <p:nvPr/>
          </p:nvGrpSpPr>
          <p:grpSpPr>
            <a:xfrm>
              <a:off x="8669427" y="4669065"/>
              <a:ext cx="228825" cy="228856"/>
              <a:chOff x="3023950" y="3689950"/>
              <a:chExt cx="316100" cy="316100"/>
            </a:xfrm>
          </p:grpSpPr>
          <p:sp>
            <p:nvSpPr>
              <p:cNvPr id="2374" name="Google Shape;2374;p9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5" name="Google Shape;2375;p9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6" name="Google Shape;2376;p9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77" name="Google Shape;2377;p98"/>
            <p:cNvGrpSpPr/>
            <p:nvPr/>
          </p:nvGrpSpPr>
          <p:grpSpPr>
            <a:xfrm>
              <a:off x="245739" y="245588"/>
              <a:ext cx="228825" cy="228825"/>
              <a:chOff x="3023950" y="3689950"/>
              <a:chExt cx="316100" cy="316100"/>
            </a:xfrm>
          </p:grpSpPr>
          <p:sp>
            <p:nvSpPr>
              <p:cNvPr id="2378" name="Google Shape;2378;p9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9" name="Google Shape;2379;p9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0" name="Google Shape;2380;p9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81" name="Google Shape;2381;p98"/>
            <p:cNvGrpSpPr/>
            <p:nvPr/>
          </p:nvGrpSpPr>
          <p:grpSpPr>
            <a:xfrm>
              <a:off x="245752" y="4669065"/>
              <a:ext cx="228825" cy="228856"/>
              <a:chOff x="3023950" y="3689950"/>
              <a:chExt cx="316100" cy="316100"/>
            </a:xfrm>
          </p:grpSpPr>
          <p:sp>
            <p:nvSpPr>
              <p:cNvPr id="2382" name="Google Shape;2382;p98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3" name="Google Shape;2383;p98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4" name="Google Shape;2384;p98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385" name="Google Shape;2385;p9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CUSTOM_9_1_1_1"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99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2388" name="Google Shape;2388;p99"/>
          <p:cNvSpPr txBox="1"/>
          <p:nvPr/>
        </p:nvSpPr>
        <p:spPr>
          <a:xfrm rot="-5400000">
            <a:off x="6518739" y="2494638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grpSp>
        <p:nvGrpSpPr>
          <p:cNvPr id="2389" name="Google Shape;2389;p99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390" name="Google Shape;2390;p9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9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9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393" name="Google Shape;2393;p99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394" name="Google Shape;2394;p99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99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99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1">
    <p:spTree>
      <p:nvGrpSpPr>
        <p:cNvPr id="2397" name="Shape 2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98" name="Google Shape;2398;p100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2399" name="Google Shape;2399;p100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2400" name="Google Shape;2400;p100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1" name="Google Shape;2401;p100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2" name="Google Shape;2402;p100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3" name="Google Shape;2403;p100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4" name="Google Shape;2404;p100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5" name="Google Shape;2405;p100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6" name="Google Shape;2406;p100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7" name="Google Shape;2407;p100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8" name="Google Shape;2408;p100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9" name="Google Shape;2409;p100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0" name="Google Shape;2410;p100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1" name="Google Shape;2411;p100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12" name="Google Shape;2412;p100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2413" name="Google Shape;2413;p100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4" name="Google Shape;2414;p100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5" name="Google Shape;2415;p100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6" name="Google Shape;2416;p100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7" name="Google Shape;2417;p100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8" name="Google Shape;2418;p100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9" name="Google Shape;2419;p100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0" name="Google Shape;2420;p100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1" name="Google Shape;2421;p100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2" name="Google Shape;2422;p100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3" name="Google Shape;2423;p100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4" name="Google Shape;2424;p100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25" name="Google Shape;2425;p10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426" name="Google Shape;2426;p10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10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10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29" name="Google Shape;2429;p10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430" name="Google Shape;2430;p10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10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10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33" name="Google Shape;2433;p10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434" name="Google Shape;2434;p10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10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10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7" name="Google Shape;2437;p100"/>
          <p:cNvSpPr txBox="1"/>
          <p:nvPr>
            <p:ph type="title"/>
          </p:nvPr>
        </p:nvSpPr>
        <p:spPr>
          <a:xfrm>
            <a:off x="924875" y="781150"/>
            <a:ext cx="3068700" cy="10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7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38" name="Google Shape;2438;p100"/>
          <p:cNvSpPr txBox="1"/>
          <p:nvPr>
            <p:ph idx="1" type="subTitle"/>
          </p:nvPr>
        </p:nvSpPr>
        <p:spPr>
          <a:xfrm>
            <a:off x="924875" y="1827000"/>
            <a:ext cx="3305400" cy="10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439" name="Google Shape;2439;p100"/>
          <p:cNvSpPr txBox="1"/>
          <p:nvPr/>
        </p:nvSpPr>
        <p:spPr>
          <a:xfrm>
            <a:off x="924875" y="3493800"/>
            <a:ext cx="3476400" cy="6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CREDITS: This presentation template was created by </a:t>
            </a: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Source Code Pro Light"/>
                <a:ea typeface="Source Code Pro Light"/>
                <a:cs typeface="Source Code Pro Light"/>
                <a:sym typeface="Source Code Pro Ligh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9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, including icons by </a:t>
            </a: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Source Code Pro Light"/>
                <a:ea typeface="Source Code Pro Light"/>
                <a:cs typeface="Source Code Pro Light"/>
                <a:sym typeface="Source Code Pro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9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, and infographics &amp; images by </a:t>
            </a:r>
            <a:r>
              <a:rPr lang="en" sz="900">
                <a:solidFill>
                  <a:schemeClr val="lt1"/>
                </a:solidFill>
                <a:uFill>
                  <a:noFill/>
                </a:uFill>
                <a:latin typeface="Source Code Pro Light"/>
                <a:ea typeface="Source Code Pro Light"/>
                <a:cs typeface="Source Code Pro Light"/>
                <a:sym typeface="Source Code Pro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sz="9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accen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2"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41" name="Google Shape;2441;p101"/>
          <p:cNvGrpSpPr/>
          <p:nvPr/>
        </p:nvGrpSpPr>
        <p:grpSpPr>
          <a:xfrm>
            <a:off x="179802" y="164163"/>
            <a:ext cx="8784400" cy="4781834"/>
            <a:chOff x="179802" y="164163"/>
            <a:chExt cx="8784400" cy="4781834"/>
          </a:xfrm>
        </p:grpSpPr>
        <p:grpSp>
          <p:nvGrpSpPr>
            <p:cNvPr id="2442" name="Google Shape;2442;p101"/>
            <p:cNvGrpSpPr/>
            <p:nvPr/>
          </p:nvGrpSpPr>
          <p:grpSpPr>
            <a:xfrm>
              <a:off x="8735377" y="164163"/>
              <a:ext cx="228825" cy="228825"/>
              <a:chOff x="3023950" y="3689950"/>
              <a:chExt cx="316100" cy="316100"/>
            </a:xfrm>
          </p:grpSpPr>
          <p:sp>
            <p:nvSpPr>
              <p:cNvPr id="2443" name="Google Shape;2443;p101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4" name="Google Shape;2444;p101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5" name="Google Shape;2445;p101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46" name="Google Shape;2446;p101"/>
            <p:cNvGrpSpPr/>
            <p:nvPr/>
          </p:nvGrpSpPr>
          <p:grpSpPr>
            <a:xfrm>
              <a:off x="179802" y="164163"/>
              <a:ext cx="228825" cy="228825"/>
              <a:chOff x="3023950" y="3689950"/>
              <a:chExt cx="316100" cy="316100"/>
            </a:xfrm>
          </p:grpSpPr>
          <p:sp>
            <p:nvSpPr>
              <p:cNvPr id="2447" name="Google Shape;2447;p101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8" name="Google Shape;2448;p101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9" name="Google Shape;2449;p101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50" name="Google Shape;2450;p101"/>
            <p:cNvGrpSpPr/>
            <p:nvPr/>
          </p:nvGrpSpPr>
          <p:grpSpPr>
            <a:xfrm>
              <a:off x="179802" y="4717140"/>
              <a:ext cx="228825" cy="228856"/>
              <a:chOff x="3023950" y="3689950"/>
              <a:chExt cx="316100" cy="316100"/>
            </a:xfrm>
          </p:grpSpPr>
          <p:sp>
            <p:nvSpPr>
              <p:cNvPr id="2451" name="Google Shape;2451;p101"/>
              <p:cNvSpPr/>
              <p:nvPr/>
            </p:nvSpPr>
            <p:spPr>
              <a:xfrm>
                <a:off x="3069000" y="3735000"/>
                <a:ext cx="225300" cy="225300"/>
              </a:xfrm>
              <a:custGeom>
                <a:rect b="b" l="l" r="r" t="t"/>
                <a:pathLst>
                  <a:path extrusionOk="0" fill="none" h="9012" w="9012">
                    <a:moveTo>
                      <a:pt x="9012" y="4520"/>
                    </a:moveTo>
                    <a:cubicBezTo>
                      <a:pt x="9012" y="7015"/>
                      <a:pt x="6988" y="9011"/>
                      <a:pt x="4520" y="9011"/>
                    </a:cubicBezTo>
                    <a:cubicBezTo>
                      <a:pt x="2025" y="9011"/>
                      <a:pt x="1" y="7015"/>
                      <a:pt x="1" y="4520"/>
                    </a:cubicBezTo>
                    <a:cubicBezTo>
                      <a:pt x="1" y="2025"/>
                      <a:pt x="2025" y="1"/>
                      <a:pt x="4520" y="1"/>
                    </a:cubicBezTo>
                    <a:cubicBezTo>
                      <a:pt x="6988" y="1"/>
                      <a:pt x="9012" y="2025"/>
                      <a:pt x="9012" y="4520"/>
                    </a:cubicBezTo>
                    <a:close/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2" name="Google Shape;2452;p101"/>
              <p:cNvSpPr/>
              <p:nvPr/>
            </p:nvSpPr>
            <p:spPr>
              <a:xfrm>
                <a:off x="3182000" y="3689950"/>
                <a:ext cx="25" cy="316100"/>
              </a:xfrm>
              <a:custGeom>
                <a:rect b="b" l="l" r="r" t="t"/>
                <a:pathLst>
                  <a:path extrusionOk="0" fill="none" h="12644" w="1">
                    <a:moveTo>
                      <a:pt x="0" y="0"/>
                    </a:moveTo>
                    <a:lnTo>
                      <a:pt x="0" y="12643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3" name="Google Shape;2453;p101"/>
              <p:cNvSpPr/>
              <p:nvPr/>
            </p:nvSpPr>
            <p:spPr>
              <a:xfrm>
                <a:off x="3023950" y="3847975"/>
                <a:ext cx="316100" cy="25"/>
              </a:xfrm>
              <a:custGeom>
                <a:rect b="b" l="l" r="r" t="t"/>
                <a:pathLst>
                  <a:path extrusionOk="0" fill="none" h="1" w="12644">
                    <a:moveTo>
                      <a:pt x="1" y="1"/>
                    </a:moveTo>
                    <a:lnTo>
                      <a:pt x="12644" y="1"/>
                    </a:lnTo>
                  </a:path>
                </a:pathLst>
              </a:custGeom>
              <a:noFill/>
              <a:ln cap="flat" cmpd="sng" w="9000">
                <a:solidFill>
                  <a:schemeClr val="lt1"/>
                </a:solidFill>
                <a:prstDash val="solid"/>
                <a:miter lim="27725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454" name="Google Shape;2454;p101"/>
          <p:cNvGrpSpPr/>
          <p:nvPr/>
        </p:nvGrpSpPr>
        <p:grpSpPr>
          <a:xfrm>
            <a:off x="4672726" y="1652797"/>
            <a:ext cx="4108323" cy="3132999"/>
            <a:chOff x="5614975" y="2571738"/>
            <a:chExt cx="2725075" cy="2078413"/>
          </a:xfrm>
        </p:grpSpPr>
        <p:grpSp>
          <p:nvGrpSpPr>
            <p:cNvPr id="2455" name="Google Shape;2455;p101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2456" name="Google Shape;2456;p101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7" name="Google Shape;2457;p101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8" name="Google Shape;2458;p101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9" name="Google Shape;2459;p101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0" name="Google Shape;2460;p101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1" name="Google Shape;2461;p101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2" name="Google Shape;2462;p101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3" name="Google Shape;2463;p101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4" name="Google Shape;2464;p101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5" name="Google Shape;2465;p101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6" name="Google Shape;2466;p101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7" name="Google Shape;2467;p101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68" name="Google Shape;2468;p101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2469" name="Google Shape;2469;p101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0" name="Google Shape;2470;p101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1" name="Google Shape;2471;p101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2" name="Google Shape;2472;p101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3" name="Google Shape;2473;p101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4" name="Google Shape;2474;p101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5" name="Google Shape;2475;p101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6" name="Google Shape;2476;p101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7" name="Google Shape;2477;p101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8" name="Google Shape;2478;p101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9" name="Google Shape;2479;p101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0" name="Google Shape;2480;p101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3">
    <p:spTree>
      <p:nvGrpSpPr>
        <p:cNvPr id="2481" name="Shape 2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82" name="Google Shape;2482;p102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483" name="Google Shape;2483;p10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10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10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86" name="Google Shape;2486;p102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487" name="Google Shape;2487;p10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10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10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0" name="Google Shape;2490;p102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491" name="Google Shape;2491;p10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10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10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94" name="Google Shape;2494;p102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495" name="Google Shape;2495;p102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102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102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8" name="Google Shape;2498;p102"/>
          <p:cNvSpPr txBox="1"/>
          <p:nvPr/>
        </p:nvSpPr>
        <p:spPr>
          <a:xfrm>
            <a:off x="2347050" y="4735330"/>
            <a:ext cx="4449900" cy="15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003-1040559    1250 003-77156.8   1760 0009-14563.7   73273  </a:t>
            </a:r>
            <a:endParaRPr sz="8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4">
    <p:spTree>
      <p:nvGrpSpPr>
        <p:cNvPr id="2499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0" name="Google Shape;2500;p103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501" name="Google Shape;2501;p10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10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10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4" name="Google Shape;2504;p103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505" name="Google Shape;2505;p10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10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10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8" name="Google Shape;2508;p103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509" name="Google Shape;2509;p10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10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10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12" name="Google Shape;2512;p103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513" name="Google Shape;2513;p103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103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103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14_1"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17" name="Google Shape;2517;p104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518" name="Google Shape;2518;p10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10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10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21" name="Google Shape;2521;p104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522" name="Google Shape;2522;p104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104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104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9">
  <p:cSld name="Title and text 9 (h581d6c0f2392cf5_24_0)"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105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2527" name="Google Shape;2527;p105"/>
          <p:cNvSpPr txBox="1"/>
          <p:nvPr>
            <p:ph idx="2" type="title"/>
          </p:nvPr>
        </p:nvSpPr>
        <p:spPr>
          <a:xfrm>
            <a:off x="720000" y="1445400"/>
            <a:ext cx="7704000" cy="3975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Title and three columns (h581d6c0f2392cf5_17_0)"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106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  <p:sp>
        <p:nvSpPr>
          <p:cNvPr id="2530" name="Google Shape;2530;p106"/>
          <p:cNvSpPr txBox="1"/>
          <p:nvPr>
            <p:ph idx="2" type="title"/>
          </p:nvPr>
        </p:nvSpPr>
        <p:spPr>
          <a:xfrm>
            <a:off x="778650" y="2451442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1" name="Google Shape;2531;p106"/>
          <p:cNvSpPr txBox="1"/>
          <p:nvPr>
            <p:ph idx="3" type="title"/>
          </p:nvPr>
        </p:nvSpPr>
        <p:spPr>
          <a:xfrm>
            <a:off x="3432538" y="2451417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2" name="Google Shape;2532;p106"/>
          <p:cNvSpPr txBox="1"/>
          <p:nvPr>
            <p:ph idx="4" type="title"/>
          </p:nvPr>
        </p:nvSpPr>
        <p:spPr>
          <a:xfrm>
            <a:off x="6086425" y="2451417"/>
            <a:ext cx="2279700" cy="424200"/>
          </a:xfrm>
          <a:prstGeom prst="rect">
            <a:avLst/>
          </a:prstGeom>
        </p:spPr>
        <p:txBody>
          <a:bodyPr anchorCtr="0" anchor="ctr" bIns="0" lIns="0" spcFirstLastPara="1" rIns="0" wrap="square" tIns="1828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33" name="Google Shape;2533;p106"/>
          <p:cNvSpPr txBox="1"/>
          <p:nvPr>
            <p:ph idx="1" type="subTitle"/>
          </p:nvPr>
        </p:nvSpPr>
        <p:spPr>
          <a:xfrm>
            <a:off x="778650" y="3015628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4" name="Google Shape;2534;p106"/>
          <p:cNvSpPr txBox="1"/>
          <p:nvPr>
            <p:ph idx="5" type="subTitle"/>
          </p:nvPr>
        </p:nvSpPr>
        <p:spPr>
          <a:xfrm>
            <a:off x="3432550" y="3015625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35" name="Google Shape;2535;p106"/>
          <p:cNvSpPr txBox="1"/>
          <p:nvPr>
            <p:ph idx="6" type="subTitle"/>
          </p:nvPr>
        </p:nvSpPr>
        <p:spPr>
          <a:xfrm>
            <a:off x="6086425" y="3015625"/>
            <a:ext cx="2279700" cy="102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2" Type="http://schemas.openxmlformats.org/officeDocument/2006/relationships/theme" Target="../theme/theme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1.xml"/><Relationship Id="rId42" Type="http://schemas.openxmlformats.org/officeDocument/2006/relationships/slideLayout" Target="../slideLayouts/slideLayout93.xml"/><Relationship Id="rId41" Type="http://schemas.openxmlformats.org/officeDocument/2006/relationships/slideLayout" Target="../slideLayouts/slideLayout92.xml"/><Relationship Id="rId44" Type="http://schemas.openxmlformats.org/officeDocument/2006/relationships/slideLayout" Target="../slideLayouts/slideLayout95.xml"/><Relationship Id="rId43" Type="http://schemas.openxmlformats.org/officeDocument/2006/relationships/slideLayout" Target="../slideLayouts/slideLayout94.xml"/><Relationship Id="rId46" Type="http://schemas.openxmlformats.org/officeDocument/2006/relationships/slideLayout" Target="../slideLayouts/slideLayout97.xml"/><Relationship Id="rId45" Type="http://schemas.openxmlformats.org/officeDocument/2006/relationships/slideLayout" Target="../slideLayouts/slideLayout96.xml"/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48" Type="http://schemas.openxmlformats.org/officeDocument/2006/relationships/slideLayout" Target="../slideLayouts/slideLayout99.xml"/><Relationship Id="rId47" Type="http://schemas.openxmlformats.org/officeDocument/2006/relationships/slideLayout" Target="../slideLayouts/slideLayout98.xml"/><Relationship Id="rId49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31" Type="http://schemas.openxmlformats.org/officeDocument/2006/relationships/slideLayout" Target="../slideLayouts/slideLayout82.xml"/><Relationship Id="rId30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4.xml"/><Relationship Id="rId32" Type="http://schemas.openxmlformats.org/officeDocument/2006/relationships/slideLayout" Target="../slideLayouts/slideLayout83.xml"/><Relationship Id="rId35" Type="http://schemas.openxmlformats.org/officeDocument/2006/relationships/slideLayout" Target="../slideLayouts/slideLayout86.xml"/><Relationship Id="rId34" Type="http://schemas.openxmlformats.org/officeDocument/2006/relationships/slideLayout" Target="../slideLayouts/slideLayout85.xml"/><Relationship Id="rId37" Type="http://schemas.openxmlformats.org/officeDocument/2006/relationships/slideLayout" Target="../slideLayouts/slideLayout88.xml"/><Relationship Id="rId36" Type="http://schemas.openxmlformats.org/officeDocument/2006/relationships/slideLayout" Target="../slideLayouts/slideLayout87.xml"/><Relationship Id="rId39" Type="http://schemas.openxmlformats.org/officeDocument/2006/relationships/slideLayout" Target="../slideLayouts/slideLayout90.xml"/><Relationship Id="rId38" Type="http://schemas.openxmlformats.org/officeDocument/2006/relationships/slideLayout" Target="../slideLayouts/slideLayout89.xml"/><Relationship Id="rId20" Type="http://schemas.openxmlformats.org/officeDocument/2006/relationships/slideLayout" Target="../slideLayouts/slideLayout71.xml"/><Relationship Id="rId22" Type="http://schemas.openxmlformats.org/officeDocument/2006/relationships/slideLayout" Target="../slideLayouts/slideLayout73.xml"/><Relationship Id="rId21" Type="http://schemas.openxmlformats.org/officeDocument/2006/relationships/slideLayout" Target="../slideLayouts/slideLayout72.xml"/><Relationship Id="rId24" Type="http://schemas.openxmlformats.org/officeDocument/2006/relationships/slideLayout" Target="../slideLayouts/slideLayout75.xml"/><Relationship Id="rId23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77.xml"/><Relationship Id="rId25" Type="http://schemas.openxmlformats.org/officeDocument/2006/relationships/slideLayout" Target="../slideLayouts/slideLayout76.xml"/><Relationship Id="rId28" Type="http://schemas.openxmlformats.org/officeDocument/2006/relationships/slideLayout" Target="../slideLayouts/slideLayout79.xml"/><Relationship Id="rId27" Type="http://schemas.openxmlformats.org/officeDocument/2006/relationships/slideLayout" Target="../slideLayouts/slideLayout78.xml"/><Relationship Id="rId29" Type="http://schemas.openxmlformats.org/officeDocument/2006/relationships/slideLayout" Target="../slideLayouts/slideLayout80.xml"/><Relationship Id="rId51" Type="http://schemas.openxmlformats.org/officeDocument/2006/relationships/slideLayout" Target="../slideLayouts/slideLayout102.xml"/><Relationship Id="rId50" Type="http://schemas.openxmlformats.org/officeDocument/2006/relationships/slideLayout" Target="../slideLayouts/slideLayout101.xml"/><Relationship Id="rId53" Type="http://schemas.openxmlformats.org/officeDocument/2006/relationships/slideLayout" Target="../slideLayouts/slideLayout104.xml"/><Relationship Id="rId52" Type="http://schemas.openxmlformats.org/officeDocument/2006/relationships/slideLayout" Target="../slideLayouts/slideLayout103.xml"/><Relationship Id="rId11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1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3.xml"/><Relationship Id="rId15" Type="http://schemas.openxmlformats.org/officeDocument/2006/relationships/slideLayout" Target="../slideLayouts/slideLayout66.xml"/><Relationship Id="rId14" Type="http://schemas.openxmlformats.org/officeDocument/2006/relationships/slideLayout" Target="../slideLayouts/slideLayout65.xml"/><Relationship Id="rId17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67.xml"/><Relationship Id="rId19" Type="http://schemas.openxmlformats.org/officeDocument/2006/relationships/slideLayout" Target="../slideLayouts/slideLayout70.xml"/><Relationship Id="rId18" Type="http://schemas.openxmlformats.org/officeDocument/2006/relationships/slideLayout" Target="../slideLayouts/slideLayout6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53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Teko"/>
              <a:buNone/>
              <a:defRPr sz="35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7" name="Google Shape;1267;p53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Source Code Pro Light"/>
              <a:buChar char="●"/>
              <a:defRPr sz="18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●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○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Source Code Pro Light"/>
              <a:buChar char="■"/>
              <a:defRPr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  <p:sldLayoutId id="2147483713" r:id="rId15"/>
    <p:sldLayoutId id="2147483714" r:id="rId16"/>
    <p:sldLayoutId id="2147483715" r:id="rId17"/>
    <p:sldLayoutId id="2147483716" r:id="rId18"/>
    <p:sldLayoutId id="2147483717" r:id="rId19"/>
    <p:sldLayoutId id="2147483718" r:id="rId20"/>
    <p:sldLayoutId id="2147483719" r:id="rId21"/>
    <p:sldLayoutId id="2147483720" r:id="rId22"/>
    <p:sldLayoutId id="2147483721" r:id="rId23"/>
    <p:sldLayoutId id="2147483722" r:id="rId24"/>
    <p:sldLayoutId id="2147483723" r:id="rId25"/>
    <p:sldLayoutId id="2147483724" r:id="rId26"/>
    <p:sldLayoutId id="2147483725" r:id="rId27"/>
    <p:sldLayoutId id="2147483726" r:id="rId28"/>
    <p:sldLayoutId id="2147483727" r:id="rId29"/>
    <p:sldLayoutId id="2147483728" r:id="rId30"/>
    <p:sldLayoutId id="2147483729" r:id="rId31"/>
    <p:sldLayoutId id="2147483730" r:id="rId32"/>
    <p:sldLayoutId id="2147483731" r:id="rId33"/>
    <p:sldLayoutId id="2147483732" r:id="rId34"/>
    <p:sldLayoutId id="2147483733" r:id="rId35"/>
    <p:sldLayoutId id="2147483734" r:id="rId36"/>
    <p:sldLayoutId id="2147483735" r:id="rId37"/>
    <p:sldLayoutId id="2147483736" r:id="rId38"/>
    <p:sldLayoutId id="2147483737" r:id="rId39"/>
    <p:sldLayoutId id="2147483738" r:id="rId40"/>
    <p:sldLayoutId id="2147483739" r:id="rId41"/>
    <p:sldLayoutId id="2147483740" r:id="rId42"/>
    <p:sldLayoutId id="2147483741" r:id="rId43"/>
    <p:sldLayoutId id="2147483742" r:id="rId44"/>
    <p:sldLayoutId id="2147483743" r:id="rId45"/>
    <p:sldLayoutId id="2147483744" r:id="rId46"/>
    <p:sldLayoutId id="2147483745" r:id="rId47"/>
    <p:sldLayoutId id="2147483746" r:id="rId48"/>
    <p:sldLayoutId id="2147483747" r:id="rId49"/>
    <p:sldLayoutId id="2147483748" r:id="rId50"/>
    <p:sldLayoutId id="2147483749" r:id="rId51"/>
    <p:sldLayoutId id="2147483750" r:id="rId52"/>
    <p:sldLayoutId id="2147483751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8.xml"/><Relationship Id="rId3" Type="http://schemas.openxmlformats.org/officeDocument/2006/relationships/slide" Target="/ppt/slides/slide1.xml"/><Relationship Id="rId4" Type="http://schemas.openxmlformats.org/officeDocument/2006/relationships/slide" Target="/ppt/slides/slide1.xml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9" name="Shape 2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40" name="Google Shape;2540;p107"/>
          <p:cNvGrpSpPr/>
          <p:nvPr/>
        </p:nvGrpSpPr>
        <p:grpSpPr>
          <a:xfrm>
            <a:off x="719905" y="428396"/>
            <a:ext cx="1534820" cy="4175056"/>
            <a:chOff x="1713028" y="402834"/>
            <a:chExt cx="1544240" cy="4200680"/>
          </a:xfrm>
        </p:grpSpPr>
        <p:sp>
          <p:nvSpPr>
            <p:cNvPr id="2541" name="Google Shape;2541;p107"/>
            <p:cNvSpPr/>
            <p:nvPr/>
          </p:nvSpPr>
          <p:spPr>
            <a:xfrm>
              <a:off x="1713028" y="516692"/>
              <a:ext cx="1544240" cy="4086822"/>
            </a:xfrm>
            <a:custGeom>
              <a:rect b="b" l="l" r="r" t="t"/>
              <a:pathLst>
                <a:path extrusionOk="0" h="110769" w="41855">
                  <a:moveTo>
                    <a:pt x="41001" y="855"/>
                  </a:moveTo>
                  <a:lnTo>
                    <a:pt x="41001" y="109914"/>
                  </a:lnTo>
                  <a:lnTo>
                    <a:pt x="854" y="109914"/>
                  </a:lnTo>
                  <a:lnTo>
                    <a:pt x="854" y="855"/>
                  </a:lnTo>
                  <a:close/>
                  <a:moveTo>
                    <a:pt x="0" y="0"/>
                  </a:moveTo>
                  <a:lnTo>
                    <a:pt x="0" y="110769"/>
                  </a:lnTo>
                  <a:lnTo>
                    <a:pt x="41855" y="110769"/>
                  </a:lnTo>
                  <a:lnTo>
                    <a:pt x="41855" y="0"/>
                  </a:lnTo>
                  <a:close/>
                </a:path>
              </a:pathLst>
            </a:custGeom>
            <a:gradFill>
              <a:gsLst>
                <a:gs pos="0">
                  <a:srgbClr val="B45F06"/>
                </a:gs>
                <a:gs pos="100000">
                  <a:schemeClr val="l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107"/>
            <p:cNvSpPr/>
            <p:nvPr/>
          </p:nvSpPr>
          <p:spPr>
            <a:xfrm>
              <a:off x="1737416" y="776950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0"/>
                  </a:moveTo>
                  <a:lnTo>
                    <a:pt x="40808" y="0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107"/>
            <p:cNvSpPr/>
            <p:nvPr/>
          </p:nvSpPr>
          <p:spPr>
            <a:xfrm>
              <a:off x="1737416" y="1029053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1"/>
                  </a:moveTo>
                  <a:lnTo>
                    <a:pt x="40808" y="1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107"/>
            <p:cNvSpPr/>
            <p:nvPr/>
          </p:nvSpPr>
          <p:spPr>
            <a:xfrm>
              <a:off x="1737416" y="1281193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0"/>
                  </a:moveTo>
                  <a:lnTo>
                    <a:pt x="40808" y="0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107"/>
            <p:cNvSpPr/>
            <p:nvPr/>
          </p:nvSpPr>
          <p:spPr>
            <a:xfrm>
              <a:off x="1737416" y="1533297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1"/>
                  </a:moveTo>
                  <a:lnTo>
                    <a:pt x="40808" y="1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107"/>
            <p:cNvSpPr/>
            <p:nvPr/>
          </p:nvSpPr>
          <p:spPr>
            <a:xfrm>
              <a:off x="1737416" y="1786434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1"/>
                  </a:moveTo>
                  <a:lnTo>
                    <a:pt x="40808" y="1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107"/>
            <p:cNvSpPr/>
            <p:nvPr/>
          </p:nvSpPr>
          <p:spPr>
            <a:xfrm>
              <a:off x="1737416" y="2038574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0"/>
                  </a:moveTo>
                  <a:lnTo>
                    <a:pt x="40808" y="0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107"/>
            <p:cNvSpPr/>
            <p:nvPr/>
          </p:nvSpPr>
          <p:spPr>
            <a:xfrm>
              <a:off x="1737416" y="2290678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1"/>
                  </a:moveTo>
                  <a:lnTo>
                    <a:pt x="40808" y="1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107"/>
            <p:cNvSpPr/>
            <p:nvPr/>
          </p:nvSpPr>
          <p:spPr>
            <a:xfrm>
              <a:off x="1737416" y="2542818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0"/>
                  </a:moveTo>
                  <a:lnTo>
                    <a:pt x="40808" y="0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107"/>
            <p:cNvSpPr/>
            <p:nvPr/>
          </p:nvSpPr>
          <p:spPr>
            <a:xfrm>
              <a:off x="1737416" y="2794922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1"/>
                  </a:moveTo>
                  <a:lnTo>
                    <a:pt x="40808" y="1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107"/>
            <p:cNvSpPr/>
            <p:nvPr/>
          </p:nvSpPr>
          <p:spPr>
            <a:xfrm>
              <a:off x="1737416" y="3047025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1"/>
                  </a:moveTo>
                  <a:lnTo>
                    <a:pt x="40808" y="1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107"/>
            <p:cNvSpPr/>
            <p:nvPr/>
          </p:nvSpPr>
          <p:spPr>
            <a:xfrm>
              <a:off x="1737416" y="3300162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1"/>
                  </a:moveTo>
                  <a:lnTo>
                    <a:pt x="40808" y="1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107"/>
            <p:cNvSpPr/>
            <p:nvPr/>
          </p:nvSpPr>
          <p:spPr>
            <a:xfrm>
              <a:off x="1737416" y="3552302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0"/>
                  </a:moveTo>
                  <a:lnTo>
                    <a:pt x="40808" y="0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107"/>
            <p:cNvSpPr/>
            <p:nvPr/>
          </p:nvSpPr>
          <p:spPr>
            <a:xfrm>
              <a:off x="1737416" y="3804406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1"/>
                  </a:moveTo>
                  <a:lnTo>
                    <a:pt x="40808" y="1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107"/>
            <p:cNvSpPr/>
            <p:nvPr/>
          </p:nvSpPr>
          <p:spPr>
            <a:xfrm>
              <a:off x="1737416" y="4056546"/>
              <a:ext cx="1505648" cy="37"/>
            </a:xfrm>
            <a:custGeom>
              <a:rect b="b" l="l" r="r" t="t"/>
              <a:pathLst>
                <a:path extrusionOk="0" fill="none" h="1" w="40809">
                  <a:moveTo>
                    <a:pt x="0" y="0"/>
                  </a:moveTo>
                  <a:lnTo>
                    <a:pt x="40808" y="0"/>
                  </a:lnTo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dot"/>
              <a:miter lim="27554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107"/>
            <p:cNvSpPr/>
            <p:nvPr/>
          </p:nvSpPr>
          <p:spPr>
            <a:xfrm>
              <a:off x="1791283" y="402834"/>
              <a:ext cx="24461" cy="35604"/>
            </a:xfrm>
            <a:custGeom>
              <a:rect b="b" l="l" r="r" t="t"/>
              <a:pathLst>
                <a:path extrusionOk="0" h="965" w="663">
                  <a:moveTo>
                    <a:pt x="331" y="83"/>
                  </a:moveTo>
                  <a:cubicBezTo>
                    <a:pt x="387" y="83"/>
                    <a:pt x="442" y="138"/>
                    <a:pt x="469" y="193"/>
                  </a:cubicBezTo>
                  <a:cubicBezTo>
                    <a:pt x="497" y="248"/>
                    <a:pt x="524" y="359"/>
                    <a:pt x="524" y="496"/>
                  </a:cubicBezTo>
                  <a:cubicBezTo>
                    <a:pt x="524" y="607"/>
                    <a:pt x="497" y="717"/>
                    <a:pt x="469" y="772"/>
                  </a:cubicBezTo>
                  <a:cubicBezTo>
                    <a:pt x="442" y="855"/>
                    <a:pt x="387" y="882"/>
                    <a:pt x="331" y="882"/>
                  </a:cubicBezTo>
                  <a:cubicBezTo>
                    <a:pt x="249" y="882"/>
                    <a:pt x="194" y="855"/>
                    <a:pt x="166" y="772"/>
                  </a:cubicBezTo>
                  <a:cubicBezTo>
                    <a:pt x="139" y="717"/>
                    <a:pt x="111" y="607"/>
                    <a:pt x="111" y="496"/>
                  </a:cubicBezTo>
                  <a:cubicBezTo>
                    <a:pt x="111" y="359"/>
                    <a:pt x="139" y="248"/>
                    <a:pt x="166" y="193"/>
                  </a:cubicBezTo>
                  <a:cubicBezTo>
                    <a:pt x="194" y="138"/>
                    <a:pt x="249" y="83"/>
                    <a:pt x="331" y="83"/>
                  </a:cubicBezTo>
                  <a:close/>
                  <a:moveTo>
                    <a:pt x="331" y="0"/>
                  </a:moveTo>
                  <a:cubicBezTo>
                    <a:pt x="221" y="0"/>
                    <a:pt x="139" y="28"/>
                    <a:pt x="83" y="111"/>
                  </a:cubicBezTo>
                  <a:cubicBezTo>
                    <a:pt x="28" y="193"/>
                    <a:pt x="1" y="331"/>
                    <a:pt x="1" y="496"/>
                  </a:cubicBezTo>
                  <a:cubicBezTo>
                    <a:pt x="1" y="634"/>
                    <a:pt x="28" y="772"/>
                    <a:pt x="83" y="855"/>
                  </a:cubicBezTo>
                  <a:cubicBezTo>
                    <a:pt x="139" y="937"/>
                    <a:pt x="221" y="965"/>
                    <a:pt x="331" y="965"/>
                  </a:cubicBezTo>
                  <a:cubicBezTo>
                    <a:pt x="414" y="965"/>
                    <a:pt x="497" y="937"/>
                    <a:pt x="552" y="855"/>
                  </a:cubicBezTo>
                  <a:cubicBezTo>
                    <a:pt x="635" y="772"/>
                    <a:pt x="662" y="634"/>
                    <a:pt x="662" y="496"/>
                  </a:cubicBezTo>
                  <a:cubicBezTo>
                    <a:pt x="662" y="331"/>
                    <a:pt x="635" y="193"/>
                    <a:pt x="552" y="111"/>
                  </a:cubicBezTo>
                  <a:cubicBezTo>
                    <a:pt x="497" y="28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107"/>
            <p:cNvSpPr/>
            <p:nvPr/>
          </p:nvSpPr>
          <p:spPr>
            <a:xfrm>
              <a:off x="1823824" y="402834"/>
              <a:ext cx="20366" cy="35604"/>
            </a:xfrm>
            <a:custGeom>
              <a:rect b="b" l="l" r="r" t="t"/>
              <a:pathLst>
                <a:path extrusionOk="0" h="965" w="552">
                  <a:moveTo>
                    <a:pt x="221" y="0"/>
                  </a:moveTo>
                  <a:lnTo>
                    <a:pt x="1" y="55"/>
                  </a:lnTo>
                  <a:lnTo>
                    <a:pt x="1" y="166"/>
                  </a:lnTo>
                  <a:lnTo>
                    <a:pt x="221" y="138"/>
                  </a:lnTo>
                  <a:lnTo>
                    <a:pt x="221" y="855"/>
                  </a:lnTo>
                  <a:lnTo>
                    <a:pt x="28" y="855"/>
                  </a:lnTo>
                  <a:lnTo>
                    <a:pt x="28" y="965"/>
                  </a:lnTo>
                  <a:lnTo>
                    <a:pt x="552" y="965"/>
                  </a:lnTo>
                  <a:lnTo>
                    <a:pt x="552" y="855"/>
                  </a:lnTo>
                  <a:lnTo>
                    <a:pt x="359" y="855"/>
                  </a:lnTo>
                  <a:lnTo>
                    <a:pt x="359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107"/>
            <p:cNvSpPr/>
            <p:nvPr/>
          </p:nvSpPr>
          <p:spPr>
            <a:xfrm>
              <a:off x="1790286" y="920287"/>
              <a:ext cx="12212" cy="4095"/>
            </a:xfrm>
            <a:custGeom>
              <a:rect b="b" l="l" r="r" t="t"/>
              <a:pathLst>
                <a:path extrusionOk="0" h="111" w="331">
                  <a:moveTo>
                    <a:pt x="0" y="0"/>
                  </a:moveTo>
                  <a:lnTo>
                    <a:pt x="0" y="111"/>
                  </a:lnTo>
                  <a:lnTo>
                    <a:pt x="331" y="111"/>
                  </a:lnTo>
                  <a:lnTo>
                    <a:pt x="331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107"/>
            <p:cNvSpPr/>
            <p:nvPr/>
          </p:nvSpPr>
          <p:spPr>
            <a:xfrm>
              <a:off x="1791283" y="1397081"/>
              <a:ext cx="24461" cy="35604"/>
            </a:xfrm>
            <a:custGeom>
              <a:rect b="b" l="l" r="r" t="t"/>
              <a:pathLst>
                <a:path extrusionOk="0" h="965" w="663">
                  <a:moveTo>
                    <a:pt x="331" y="83"/>
                  </a:moveTo>
                  <a:cubicBezTo>
                    <a:pt x="387" y="83"/>
                    <a:pt x="442" y="111"/>
                    <a:pt x="469" y="193"/>
                  </a:cubicBezTo>
                  <a:cubicBezTo>
                    <a:pt x="497" y="248"/>
                    <a:pt x="524" y="359"/>
                    <a:pt x="524" y="496"/>
                  </a:cubicBezTo>
                  <a:cubicBezTo>
                    <a:pt x="524" y="607"/>
                    <a:pt x="497" y="717"/>
                    <a:pt x="469" y="772"/>
                  </a:cubicBezTo>
                  <a:cubicBezTo>
                    <a:pt x="442" y="855"/>
                    <a:pt x="387" y="882"/>
                    <a:pt x="331" y="882"/>
                  </a:cubicBezTo>
                  <a:cubicBezTo>
                    <a:pt x="249" y="882"/>
                    <a:pt x="194" y="855"/>
                    <a:pt x="166" y="772"/>
                  </a:cubicBezTo>
                  <a:cubicBezTo>
                    <a:pt x="139" y="717"/>
                    <a:pt x="111" y="607"/>
                    <a:pt x="111" y="496"/>
                  </a:cubicBezTo>
                  <a:cubicBezTo>
                    <a:pt x="111" y="359"/>
                    <a:pt x="139" y="248"/>
                    <a:pt x="166" y="193"/>
                  </a:cubicBezTo>
                  <a:cubicBezTo>
                    <a:pt x="194" y="111"/>
                    <a:pt x="249" y="83"/>
                    <a:pt x="331" y="83"/>
                  </a:cubicBezTo>
                  <a:close/>
                  <a:moveTo>
                    <a:pt x="331" y="0"/>
                  </a:moveTo>
                  <a:cubicBezTo>
                    <a:pt x="221" y="0"/>
                    <a:pt x="139" y="28"/>
                    <a:pt x="83" y="111"/>
                  </a:cubicBezTo>
                  <a:cubicBezTo>
                    <a:pt x="28" y="193"/>
                    <a:pt x="1" y="331"/>
                    <a:pt x="1" y="496"/>
                  </a:cubicBezTo>
                  <a:cubicBezTo>
                    <a:pt x="1" y="634"/>
                    <a:pt x="28" y="772"/>
                    <a:pt x="83" y="855"/>
                  </a:cubicBezTo>
                  <a:cubicBezTo>
                    <a:pt x="139" y="937"/>
                    <a:pt x="221" y="965"/>
                    <a:pt x="331" y="965"/>
                  </a:cubicBezTo>
                  <a:cubicBezTo>
                    <a:pt x="414" y="965"/>
                    <a:pt x="497" y="937"/>
                    <a:pt x="552" y="855"/>
                  </a:cubicBezTo>
                  <a:cubicBezTo>
                    <a:pt x="635" y="772"/>
                    <a:pt x="662" y="634"/>
                    <a:pt x="662" y="496"/>
                  </a:cubicBezTo>
                  <a:cubicBezTo>
                    <a:pt x="662" y="331"/>
                    <a:pt x="635" y="193"/>
                    <a:pt x="552" y="111"/>
                  </a:cubicBezTo>
                  <a:cubicBezTo>
                    <a:pt x="497" y="28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107"/>
            <p:cNvSpPr/>
            <p:nvPr/>
          </p:nvSpPr>
          <p:spPr>
            <a:xfrm>
              <a:off x="1821795" y="1397081"/>
              <a:ext cx="22395" cy="35604"/>
            </a:xfrm>
            <a:custGeom>
              <a:rect b="b" l="l" r="r" t="t"/>
              <a:pathLst>
                <a:path extrusionOk="0" h="965" w="607">
                  <a:moveTo>
                    <a:pt x="166" y="0"/>
                  </a:moveTo>
                  <a:cubicBezTo>
                    <a:pt x="111" y="28"/>
                    <a:pt x="56" y="28"/>
                    <a:pt x="0" y="56"/>
                  </a:cubicBezTo>
                  <a:lnTo>
                    <a:pt x="0" y="193"/>
                  </a:lnTo>
                  <a:cubicBezTo>
                    <a:pt x="56" y="166"/>
                    <a:pt x="111" y="138"/>
                    <a:pt x="166" y="111"/>
                  </a:cubicBezTo>
                  <a:lnTo>
                    <a:pt x="276" y="111"/>
                  </a:lnTo>
                  <a:cubicBezTo>
                    <a:pt x="331" y="111"/>
                    <a:pt x="386" y="111"/>
                    <a:pt x="414" y="138"/>
                  </a:cubicBezTo>
                  <a:cubicBezTo>
                    <a:pt x="469" y="166"/>
                    <a:pt x="469" y="221"/>
                    <a:pt x="469" y="276"/>
                  </a:cubicBezTo>
                  <a:cubicBezTo>
                    <a:pt x="469" y="304"/>
                    <a:pt x="469" y="331"/>
                    <a:pt x="441" y="359"/>
                  </a:cubicBezTo>
                  <a:cubicBezTo>
                    <a:pt x="441" y="386"/>
                    <a:pt x="414" y="441"/>
                    <a:pt x="359" y="469"/>
                  </a:cubicBezTo>
                  <a:cubicBezTo>
                    <a:pt x="331" y="496"/>
                    <a:pt x="276" y="552"/>
                    <a:pt x="193" y="634"/>
                  </a:cubicBezTo>
                  <a:cubicBezTo>
                    <a:pt x="111" y="744"/>
                    <a:pt x="56" y="799"/>
                    <a:pt x="0" y="855"/>
                  </a:cubicBezTo>
                  <a:lnTo>
                    <a:pt x="0" y="965"/>
                  </a:lnTo>
                  <a:lnTo>
                    <a:pt x="607" y="965"/>
                  </a:lnTo>
                  <a:lnTo>
                    <a:pt x="607" y="855"/>
                  </a:lnTo>
                  <a:lnTo>
                    <a:pt x="166" y="855"/>
                  </a:lnTo>
                  <a:cubicBezTo>
                    <a:pt x="276" y="744"/>
                    <a:pt x="331" y="662"/>
                    <a:pt x="414" y="607"/>
                  </a:cubicBezTo>
                  <a:cubicBezTo>
                    <a:pt x="469" y="552"/>
                    <a:pt x="496" y="496"/>
                    <a:pt x="496" y="496"/>
                  </a:cubicBezTo>
                  <a:cubicBezTo>
                    <a:pt x="552" y="441"/>
                    <a:pt x="579" y="414"/>
                    <a:pt x="579" y="386"/>
                  </a:cubicBezTo>
                  <a:cubicBezTo>
                    <a:pt x="607" y="331"/>
                    <a:pt x="607" y="304"/>
                    <a:pt x="607" y="248"/>
                  </a:cubicBezTo>
                  <a:cubicBezTo>
                    <a:pt x="607" y="166"/>
                    <a:pt x="579" y="111"/>
                    <a:pt x="524" y="56"/>
                  </a:cubicBezTo>
                  <a:cubicBezTo>
                    <a:pt x="469" y="28"/>
                    <a:pt x="386" y="0"/>
                    <a:pt x="27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107"/>
            <p:cNvSpPr/>
            <p:nvPr/>
          </p:nvSpPr>
          <p:spPr>
            <a:xfrm>
              <a:off x="1791283" y="1894204"/>
              <a:ext cx="24461" cy="35604"/>
            </a:xfrm>
            <a:custGeom>
              <a:rect b="b" l="l" r="r" t="t"/>
              <a:pathLst>
                <a:path extrusionOk="0" h="965" w="663">
                  <a:moveTo>
                    <a:pt x="331" y="83"/>
                  </a:moveTo>
                  <a:cubicBezTo>
                    <a:pt x="387" y="83"/>
                    <a:pt x="442" y="111"/>
                    <a:pt x="469" y="193"/>
                  </a:cubicBezTo>
                  <a:cubicBezTo>
                    <a:pt x="497" y="248"/>
                    <a:pt x="524" y="359"/>
                    <a:pt x="524" y="496"/>
                  </a:cubicBezTo>
                  <a:cubicBezTo>
                    <a:pt x="524" y="607"/>
                    <a:pt x="497" y="717"/>
                    <a:pt x="469" y="772"/>
                  </a:cubicBezTo>
                  <a:cubicBezTo>
                    <a:pt x="442" y="855"/>
                    <a:pt x="387" y="882"/>
                    <a:pt x="331" y="882"/>
                  </a:cubicBezTo>
                  <a:cubicBezTo>
                    <a:pt x="249" y="882"/>
                    <a:pt x="194" y="855"/>
                    <a:pt x="166" y="772"/>
                  </a:cubicBezTo>
                  <a:cubicBezTo>
                    <a:pt x="139" y="717"/>
                    <a:pt x="111" y="607"/>
                    <a:pt x="111" y="496"/>
                  </a:cubicBezTo>
                  <a:cubicBezTo>
                    <a:pt x="111" y="359"/>
                    <a:pt x="139" y="248"/>
                    <a:pt x="166" y="193"/>
                  </a:cubicBezTo>
                  <a:cubicBezTo>
                    <a:pt x="194" y="111"/>
                    <a:pt x="249" y="83"/>
                    <a:pt x="331" y="83"/>
                  </a:cubicBezTo>
                  <a:close/>
                  <a:moveTo>
                    <a:pt x="331" y="0"/>
                  </a:moveTo>
                  <a:cubicBezTo>
                    <a:pt x="221" y="0"/>
                    <a:pt x="139" y="28"/>
                    <a:pt x="83" y="111"/>
                  </a:cubicBezTo>
                  <a:cubicBezTo>
                    <a:pt x="28" y="193"/>
                    <a:pt x="1" y="331"/>
                    <a:pt x="1" y="496"/>
                  </a:cubicBezTo>
                  <a:cubicBezTo>
                    <a:pt x="1" y="634"/>
                    <a:pt x="28" y="772"/>
                    <a:pt x="83" y="855"/>
                  </a:cubicBezTo>
                  <a:cubicBezTo>
                    <a:pt x="139" y="937"/>
                    <a:pt x="221" y="965"/>
                    <a:pt x="331" y="965"/>
                  </a:cubicBezTo>
                  <a:cubicBezTo>
                    <a:pt x="414" y="965"/>
                    <a:pt x="497" y="937"/>
                    <a:pt x="552" y="855"/>
                  </a:cubicBezTo>
                  <a:cubicBezTo>
                    <a:pt x="635" y="772"/>
                    <a:pt x="662" y="634"/>
                    <a:pt x="662" y="496"/>
                  </a:cubicBezTo>
                  <a:cubicBezTo>
                    <a:pt x="662" y="331"/>
                    <a:pt x="635" y="193"/>
                    <a:pt x="552" y="111"/>
                  </a:cubicBezTo>
                  <a:cubicBezTo>
                    <a:pt x="497" y="28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107"/>
            <p:cNvSpPr/>
            <p:nvPr/>
          </p:nvSpPr>
          <p:spPr>
            <a:xfrm>
              <a:off x="1821795" y="1894204"/>
              <a:ext cx="23428" cy="35604"/>
            </a:xfrm>
            <a:custGeom>
              <a:rect b="b" l="l" r="r" t="t"/>
              <a:pathLst>
                <a:path extrusionOk="0" h="965" w="635">
                  <a:moveTo>
                    <a:pt x="166" y="0"/>
                  </a:moveTo>
                  <a:cubicBezTo>
                    <a:pt x="138" y="0"/>
                    <a:pt x="83" y="28"/>
                    <a:pt x="28" y="28"/>
                  </a:cubicBezTo>
                  <a:lnTo>
                    <a:pt x="28" y="138"/>
                  </a:lnTo>
                  <a:cubicBezTo>
                    <a:pt x="83" y="138"/>
                    <a:pt x="138" y="111"/>
                    <a:pt x="166" y="111"/>
                  </a:cubicBezTo>
                  <a:lnTo>
                    <a:pt x="276" y="111"/>
                  </a:lnTo>
                  <a:cubicBezTo>
                    <a:pt x="359" y="111"/>
                    <a:pt x="386" y="111"/>
                    <a:pt x="441" y="138"/>
                  </a:cubicBezTo>
                  <a:cubicBezTo>
                    <a:pt x="469" y="166"/>
                    <a:pt x="496" y="193"/>
                    <a:pt x="496" y="248"/>
                  </a:cubicBezTo>
                  <a:cubicBezTo>
                    <a:pt x="496" y="304"/>
                    <a:pt x="469" y="331"/>
                    <a:pt x="441" y="359"/>
                  </a:cubicBezTo>
                  <a:cubicBezTo>
                    <a:pt x="414" y="386"/>
                    <a:pt x="359" y="386"/>
                    <a:pt x="276" y="386"/>
                  </a:cubicBezTo>
                  <a:lnTo>
                    <a:pt x="166" y="386"/>
                  </a:lnTo>
                  <a:lnTo>
                    <a:pt x="166" y="496"/>
                  </a:lnTo>
                  <a:lnTo>
                    <a:pt x="276" y="496"/>
                  </a:lnTo>
                  <a:cubicBezTo>
                    <a:pt x="359" y="496"/>
                    <a:pt x="414" y="524"/>
                    <a:pt x="441" y="552"/>
                  </a:cubicBezTo>
                  <a:cubicBezTo>
                    <a:pt x="496" y="579"/>
                    <a:pt x="496" y="634"/>
                    <a:pt x="496" y="689"/>
                  </a:cubicBezTo>
                  <a:cubicBezTo>
                    <a:pt x="496" y="744"/>
                    <a:pt x="496" y="800"/>
                    <a:pt x="441" y="827"/>
                  </a:cubicBezTo>
                  <a:cubicBezTo>
                    <a:pt x="414" y="855"/>
                    <a:pt x="331" y="855"/>
                    <a:pt x="248" y="855"/>
                  </a:cubicBezTo>
                  <a:lnTo>
                    <a:pt x="138" y="855"/>
                  </a:lnTo>
                  <a:cubicBezTo>
                    <a:pt x="83" y="855"/>
                    <a:pt x="56" y="827"/>
                    <a:pt x="0" y="800"/>
                  </a:cubicBezTo>
                  <a:lnTo>
                    <a:pt x="0" y="937"/>
                  </a:lnTo>
                  <a:cubicBezTo>
                    <a:pt x="56" y="937"/>
                    <a:pt x="111" y="965"/>
                    <a:pt x="138" y="965"/>
                  </a:cubicBezTo>
                  <a:lnTo>
                    <a:pt x="276" y="965"/>
                  </a:lnTo>
                  <a:cubicBezTo>
                    <a:pt x="386" y="965"/>
                    <a:pt x="469" y="937"/>
                    <a:pt x="552" y="910"/>
                  </a:cubicBezTo>
                  <a:cubicBezTo>
                    <a:pt x="607" y="855"/>
                    <a:pt x="634" y="772"/>
                    <a:pt x="634" y="689"/>
                  </a:cubicBezTo>
                  <a:cubicBezTo>
                    <a:pt x="634" y="607"/>
                    <a:pt x="607" y="579"/>
                    <a:pt x="579" y="524"/>
                  </a:cubicBezTo>
                  <a:cubicBezTo>
                    <a:pt x="552" y="496"/>
                    <a:pt x="496" y="469"/>
                    <a:pt x="441" y="441"/>
                  </a:cubicBezTo>
                  <a:cubicBezTo>
                    <a:pt x="496" y="441"/>
                    <a:pt x="524" y="414"/>
                    <a:pt x="579" y="359"/>
                  </a:cubicBezTo>
                  <a:cubicBezTo>
                    <a:pt x="607" y="331"/>
                    <a:pt x="607" y="276"/>
                    <a:pt x="607" y="248"/>
                  </a:cubicBezTo>
                  <a:cubicBezTo>
                    <a:pt x="607" y="166"/>
                    <a:pt x="579" y="111"/>
                    <a:pt x="524" y="56"/>
                  </a:cubicBezTo>
                  <a:cubicBezTo>
                    <a:pt x="469" y="0"/>
                    <a:pt x="386" y="0"/>
                    <a:pt x="30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107"/>
            <p:cNvSpPr/>
            <p:nvPr/>
          </p:nvSpPr>
          <p:spPr>
            <a:xfrm>
              <a:off x="1791283" y="2391327"/>
              <a:ext cx="24461" cy="35604"/>
            </a:xfrm>
            <a:custGeom>
              <a:rect b="b" l="l" r="r" t="t"/>
              <a:pathLst>
                <a:path extrusionOk="0" h="965" w="663">
                  <a:moveTo>
                    <a:pt x="331" y="83"/>
                  </a:moveTo>
                  <a:cubicBezTo>
                    <a:pt x="387" y="83"/>
                    <a:pt x="442" y="111"/>
                    <a:pt x="469" y="193"/>
                  </a:cubicBezTo>
                  <a:cubicBezTo>
                    <a:pt x="497" y="248"/>
                    <a:pt x="524" y="359"/>
                    <a:pt x="524" y="469"/>
                  </a:cubicBezTo>
                  <a:cubicBezTo>
                    <a:pt x="524" y="607"/>
                    <a:pt x="497" y="717"/>
                    <a:pt x="469" y="772"/>
                  </a:cubicBezTo>
                  <a:cubicBezTo>
                    <a:pt x="442" y="827"/>
                    <a:pt x="387" y="882"/>
                    <a:pt x="331" y="882"/>
                  </a:cubicBezTo>
                  <a:cubicBezTo>
                    <a:pt x="249" y="882"/>
                    <a:pt x="194" y="827"/>
                    <a:pt x="166" y="772"/>
                  </a:cubicBezTo>
                  <a:cubicBezTo>
                    <a:pt x="139" y="717"/>
                    <a:pt x="111" y="607"/>
                    <a:pt x="111" y="469"/>
                  </a:cubicBezTo>
                  <a:cubicBezTo>
                    <a:pt x="111" y="359"/>
                    <a:pt x="139" y="248"/>
                    <a:pt x="166" y="193"/>
                  </a:cubicBezTo>
                  <a:cubicBezTo>
                    <a:pt x="194" y="111"/>
                    <a:pt x="249" y="83"/>
                    <a:pt x="331" y="83"/>
                  </a:cubicBezTo>
                  <a:close/>
                  <a:moveTo>
                    <a:pt x="331" y="0"/>
                  </a:moveTo>
                  <a:cubicBezTo>
                    <a:pt x="221" y="0"/>
                    <a:pt x="139" y="28"/>
                    <a:pt x="83" y="111"/>
                  </a:cubicBezTo>
                  <a:cubicBezTo>
                    <a:pt x="28" y="193"/>
                    <a:pt x="1" y="331"/>
                    <a:pt x="1" y="469"/>
                  </a:cubicBezTo>
                  <a:cubicBezTo>
                    <a:pt x="1" y="634"/>
                    <a:pt x="28" y="772"/>
                    <a:pt x="83" y="855"/>
                  </a:cubicBezTo>
                  <a:cubicBezTo>
                    <a:pt x="139" y="937"/>
                    <a:pt x="221" y="965"/>
                    <a:pt x="331" y="965"/>
                  </a:cubicBezTo>
                  <a:cubicBezTo>
                    <a:pt x="414" y="965"/>
                    <a:pt x="497" y="937"/>
                    <a:pt x="552" y="855"/>
                  </a:cubicBezTo>
                  <a:cubicBezTo>
                    <a:pt x="635" y="772"/>
                    <a:pt x="662" y="634"/>
                    <a:pt x="662" y="469"/>
                  </a:cubicBezTo>
                  <a:cubicBezTo>
                    <a:pt x="662" y="331"/>
                    <a:pt x="635" y="193"/>
                    <a:pt x="552" y="111"/>
                  </a:cubicBezTo>
                  <a:cubicBezTo>
                    <a:pt x="497" y="28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107"/>
            <p:cNvSpPr/>
            <p:nvPr/>
          </p:nvSpPr>
          <p:spPr>
            <a:xfrm>
              <a:off x="1820762" y="2391327"/>
              <a:ext cx="25458" cy="35604"/>
            </a:xfrm>
            <a:custGeom>
              <a:rect b="b" l="l" r="r" t="t"/>
              <a:pathLst>
                <a:path extrusionOk="0" h="965" w="690">
                  <a:moveTo>
                    <a:pt x="442" y="111"/>
                  </a:moveTo>
                  <a:lnTo>
                    <a:pt x="442" y="634"/>
                  </a:lnTo>
                  <a:lnTo>
                    <a:pt x="111" y="634"/>
                  </a:lnTo>
                  <a:lnTo>
                    <a:pt x="442" y="111"/>
                  </a:lnTo>
                  <a:close/>
                  <a:moveTo>
                    <a:pt x="387" y="0"/>
                  </a:moveTo>
                  <a:lnTo>
                    <a:pt x="1" y="607"/>
                  </a:lnTo>
                  <a:lnTo>
                    <a:pt x="1" y="744"/>
                  </a:lnTo>
                  <a:lnTo>
                    <a:pt x="442" y="744"/>
                  </a:lnTo>
                  <a:lnTo>
                    <a:pt x="442" y="965"/>
                  </a:lnTo>
                  <a:lnTo>
                    <a:pt x="552" y="965"/>
                  </a:lnTo>
                  <a:lnTo>
                    <a:pt x="552" y="744"/>
                  </a:lnTo>
                  <a:lnTo>
                    <a:pt x="690" y="744"/>
                  </a:lnTo>
                  <a:lnTo>
                    <a:pt x="690" y="634"/>
                  </a:lnTo>
                  <a:lnTo>
                    <a:pt x="552" y="634"/>
                  </a:lnTo>
                  <a:lnTo>
                    <a:pt x="5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107"/>
            <p:cNvSpPr/>
            <p:nvPr/>
          </p:nvSpPr>
          <p:spPr>
            <a:xfrm>
              <a:off x="1791283" y="3384541"/>
              <a:ext cx="24461" cy="36637"/>
            </a:xfrm>
            <a:custGeom>
              <a:rect b="b" l="l" r="r" t="t"/>
              <a:pathLst>
                <a:path extrusionOk="0" h="993" w="663">
                  <a:moveTo>
                    <a:pt x="331" y="111"/>
                  </a:moveTo>
                  <a:cubicBezTo>
                    <a:pt x="387" y="111"/>
                    <a:pt x="442" y="139"/>
                    <a:pt x="469" y="221"/>
                  </a:cubicBezTo>
                  <a:cubicBezTo>
                    <a:pt x="497" y="277"/>
                    <a:pt x="524" y="387"/>
                    <a:pt x="524" y="497"/>
                  </a:cubicBezTo>
                  <a:cubicBezTo>
                    <a:pt x="524" y="635"/>
                    <a:pt x="497" y="745"/>
                    <a:pt x="469" y="800"/>
                  </a:cubicBezTo>
                  <a:cubicBezTo>
                    <a:pt x="442" y="855"/>
                    <a:pt x="387" y="910"/>
                    <a:pt x="331" y="910"/>
                  </a:cubicBezTo>
                  <a:cubicBezTo>
                    <a:pt x="249" y="910"/>
                    <a:pt x="194" y="855"/>
                    <a:pt x="166" y="800"/>
                  </a:cubicBezTo>
                  <a:cubicBezTo>
                    <a:pt x="139" y="745"/>
                    <a:pt x="111" y="635"/>
                    <a:pt x="111" y="497"/>
                  </a:cubicBezTo>
                  <a:cubicBezTo>
                    <a:pt x="111" y="387"/>
                    <a:pt x="139" y="277"/>
                    <a:pt x="166" y="221"/>
                  </a:cubicBezTo>
                  <a:cubicBezTo>
                    <a:pt x="194" y="139"/>
                    <a:pt x="249" y="111"/>
                    <a:pt x="331" y="111"/>
                  </a:cubicBezTo>
                  <a:close/>
                  <a:moveTo>
                    <a:pt x="331" y="1"/>
                  </a:moveTo>
                  <a:cubicBezTo>
                    <a:pt x="221" y="1"/>
                    <a:pt x="139" y="56"/>
                    <a:pt x="83" y="139"/>
                  </a:cubicBezTo>
                  <a:cubicBezTo>
                    <a:pt x="28" y="221"/>
                    <a:pt x="1" y="359"/>
                    <a:pt x="1" y="497"/>
                  </a:cubicBezTo>
                  <a:cubicBezTo>
                    <a:pt x="1" y="662"/>
                    <a:pt x="28" y="800"/>
                    <a:pt x="83" y="883"/>
                  </a:cubicBezTo>
                  <a:cubicBezTo>
                    <a:pt x="139" y="965"/>
                    <a:pt x="221" y="993"/>
                    <a:pt x="331" y="993"/>
                  </a:cubicBezTo>
                  <a:cubicBezTo>
                    <a:pt x="414" y="993"/>
                    <a:pt x="497" y="965"/>
                    <a:pt x="552" y="883"/>
                  </a:cubicBezTo>
                  <a:cubicBezTo>
                    <a:pt x="635" y="800"/>
                    <a:pt x="662" y="662"/>
                    <a:pt x="662" y="497"/>
                  </a:cubicBezTo>
                  <a:cubicBezTo>
                    <a:pt x="662" y="359"/>
                    <a:pt x="635" y="221"/>
                    <a:pt x="552" y="139"/>
                  </a:cubicBezTo>
                  <a:cubicBezTo>
                    <a:pt x="497" y="56"/>
                    <a:pt x="414" y="1"/>
                    <a:pt x="331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107"/>
            <p:cNvSpPr/>
            <p:nvPr/>
          </p:nvSpPr>
          <p:spPr>
            <a:xfrm>
              <a:off x="1821795" y="3385574"/>
              <a:ext cx="23428" cy="35604"/>
            </a:xfrm>
            <a:custGeom>
              <a:rect b="b" l="l" r="r" t="t"/>
              <a:pathLst>
                <a:path extrusionOk="0" h="965" w="635">
                  <a:moveTo>
                    <a:pt x="56" y="1"/>
                  </a:moveTo>
                  <a:lnTo>
                    <a:pt x="56" y="469"/>
                  </a:lnTo>
                  <a:cubicBezTo>
                    <a:pt x="83" y="469"/>
                    <a:pt x="111" y="441"/>
                    <a:pt x="166" y="441"/>
                  </a:cubicBezTo>
                  <a:lnTo>
                    <a:pt x="248" y="441"/>
                  </a:lnTo>
                  <a:cubicBezTo>
                    <a:pt x="331" y="441"/>
                    <a:pt x="386" y="441"/>
                    <a:pt x="441" y="496"/>
                  </a:cubicBezTo>
                  <a:cubicBezTo>
                    <a:pt x="469" y="524"/>
                    <a:pt x="496" y="579"/>
                    <a:pt x="496" y="662"/>
                  </a:cubicBezTo>
                  <a:cubicBezTo>
                    <a:pt x="496" y="717"/>
                    <a:pt x="469" y="772"/>
                    <a:pt x="441" y="800"/>
                  </a:cubicBezTo>
                  <a:cubicBezTo>
                    <a:pt x="386" y="855"/>
                    <a:pt x="331" y="855"/>
                    <a:pt x="248" y="855"/>
                  </a:cubicBezTo>
                  <a:lnTo>
                    <a:pt x="138" y="855"/>
                  </a:lnTo>
                  <a:cubicBezTo>
                    <a:pt x="83" y="827"/>
                    <a:pt x="56" y="827"/>
                    <a:pt x="0" y="800"/>
                  </a:cubicBezTo>
                  <a:lnTo>
                    <a:pt x="0" y="937"/>
                  </a:lnTo>
                  <a:cubicBezTo>
                    <a:pt x="56" y="937"/>
                    <a:pt x="83" y="965"/>
                    <a:pt x="138" y="965"/>
                  </a:cubicBezTo>
                  <a:lnTo>
                    <a:pt x="248" y="965"/>
                  </a:lnTo>
                  <a:cubicBezTo>
                    <a:pt x="386" y="965"/>
                    <a:pt x="469" y="937"/>
                    <a:pt x="524" y="882"/>
                  </a:cubicBezTo>
                  <a:cubicBezTo>
                    <a:pt x="607" y="827"/>
                    <a:pt x="634" y="744"/>
                    <a:pt x="634" y="662"/>
                  </a:cubicBezTo>
                  <a:cubicBezTo>
                    <a:pt x="634" y="552"/>
                    <a:pt x="607" y="469"/>
                    <a:pt x="524" y="414"/>
                  </a:cubicBezTo>
                  <a:cubicBezTo>
                    <a:pt x="469" y="359"/>
                    <a:pt x="386" y="331"/>
                    <a:pt x="276" y="331"/>
                  </a:cubicBezTo>
                  <a:lnTo>
                    <a:pt x="221" y="331"/>
                  </a:lnTo>
                  <a:cubicBezTo>
                    <a:pt x="193" y="331"/>
                    <a:pt x="193" y="331"/>
                    <a:pt x="166" y="359"/>
                  </a:cubicBezTo>
                  <a:lnTo>
                    <a:pt x="166" y="111"/>
                  </a:lnTo>
                  <a:lnTo>
                    <a:pt x="552" y="111"/>
                  </a:lnTo>
                  <a:lnTo>
                    <a:pt x="552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107"/>
            <p:cNvSpPr/>
            <p:nvPr/>
          </p:nvSpPr>
          <p:spPr>
            <a:xfrm>
              <a:off x="1791283" y="4378824"/>
              <a:ext cx="24461" cy="36600"/>
            </a:xfrm>
            <a:custGeom>
              <a:rect b="b" l="l" r="r" t="t"/>
              <a:pathLst>
                <a:path extrusionOk="0" h="992" w="663">
                  <a:moveTo>
                    <a:pt x="331" y="110"/>
                  </a:moveTo>
                  <a:cubicBezTo>
                    <a:pt x="387" y="110"/>
                    <a:pt x="442" y="138"/>
                    <a:pt x="469" y="220"/>
                  </a:cubicBezTo>
                  <a:cubicBezTo>
                    <a:pt x="497" y="276"/>
                    <a:pt x="524" y="386"/>
                    <a:pt x="524" y="496"/>
                  </a:cubicBezTo>
                  <a:cubicBezTo>
                    <a:pt x="524" y="634"/>
                    <a:pt x="497" y="744"/>
                    <a:pt x="469" y="799"/>
                  </a:cubicBezTo>
                  <a:cubicBezTo>
                    <a:pt x="442" y="854"/>
                    <a:pt x="387" y="909"/>
                    <a:pt x="331" y="909"/>
                  </a:cubicBezTo>
                  <a:cubicBezTo>
                    <a:pt x="249" y="909"/>
                    <a:pt x="194" y="854"/>
                    <a:pt x="166" y="799"/>
                  </a:cubicBezTo>
                  <a:cubicBezTo>
                    <a:pt x="139" y="744"/>
                    <a:pt x="111" y="634"/>
                    <a:pt x="111" y="496"/>
                  </a:cubicBezTo>
                  <a:cubicBezTo>
                    <a:pt x="111" y="386"/>
                    <a:pt x="139" y="276"/>
                    <a:pt x="166" y="220"/>
                  </a:cubicBezTo>
                  <a:cubicBezTo>
                    <a:pt x="194" y="138"/>
                    <a:pt x="249" y="110"/>
                    <a:pt x="331" y="110"/>
                  </a:cubicBezTo>
                  <a:close/>
                  <a:moveTo>
                    <a:pt x="331" y="0"/>
                  </a:moveTo>
                  <a:cubicBezTo>
                    <a:pt x="221" y="0"/>
                    <a:pt x="139" y="55"/>
                    <a:pt x="83" y="138"/>
                  </a:cubicBezTo>
                  <a:cubicBezTo>
                    <a:pt x="28" y="220"/>
                    <a:pt x="1" y="358"/>
                    <a:pt x="1" y="496"/>
                  </a:cubicBezTo>
                  <a:cubicBezTo>
                    <a:pt x="1" y="661"/>
                    <a:pt x="28" y="799"/>
                    <a:pt x="83" y="882"/>
                  </a:cubicBezTo>
                  <a:cubicBezTo>
                    <a:pt x="139" y="964"/>
                    <a:pt x="221" y="992"/>
                    <a:pt x="331" y="992"/>
                  </a:cubicBezTo>
                  <a:cubicBezTo>
                    <a:pt x="414" y="992"/>
                    <a:pt x="497" y="964"/>
                    <a:pt x="552" y="882"/>
                  </a:cubicBezTo>
                  <a:cubicBezTo>
                    <a:pt x="635" y="799"/>
                    <a:pt x="662" y="661"/>
                    <a:pt x="662" y="496"/>
                  </a:cubicBezTo>
                  <a:cubicBezTo>
                    <a:pt x="662" y="358"/>
                    <a:pt x="635" y="220"/>
                    <a:pt x="552" y="138"/>
                  </a:cubicBezTo>
                  <a:cubicBezTo>
                    <a:pt x="497" y="55"/>
                    <a:pt x="414" y="0"/>
                    <a:pt x="3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107"/>
            <p:cNvSpPr/>
            <p:nvPr/>
          </p:nvSpPr>
          <p:spPr>
            <a:xfrm>
              <a:off x="1821795" y="4378824"/>
              <a:ext cx="24424" cy="36600"/>
            </a:xfrm>
            <a:custGeom>
              <a:rect b="b" l="l" r="r" t="t"/>
              <a:pathLst>
                <a:path extrusionOk="0" h="992" w="662">
                  <a:moveTo>
                    <a:pt x="331" y="441"/>
                  </a:moveTo>
                  <a:cubicBezTo>
                    <a:pt x="386" y="441"/>
                    <a:pt x="441" y="468"/>
                    <a:pt x="469" y="524"/>
                  </a:cubicBezTo>
                  <a:cubicBezTo>
                    <a:pt x="524" y="551"/>
                    <a:pt x="524" y="606"/>
                    <a:pt x="524" y="689"/>
                  </a:cubicBezTo>
                  <a:cubicBezTo>
                    <a:pt x="524" y="744"/>
                    <a:pt x="524" y="799"/>
                    <a:pt x="469" y="827"/>
                  </a:cubicBezTo>
                  <a:cubicBezTo>
                    <a:pt x="441" y="882"/>
                    <a:pt x="386" y="909"/>
                    <a:pt x="331" y="909"/>
                  </a:cubicBezTo>
                  <a:cubicBezTo>
                    <a:pt x="276" y="909"/>
                    <a:pt x="248" y="882"/>
                    <a:pt x="193" y="827"/>
                  </a:cubicBezTo>
                  <a:cubicBezTo>
                    <a:pt x="166" y="799"/>
                    <a:pt x="138" y="744"/>
                    <a:pt x="138" y="689"/>
                  </a:cubicBezTo>
                  <a:cubicBezTo>
                    <a:pt x="138" y="606"/>
                    <a:pt x="166" y="551"/>
                    <a:pt x="193" y="524"/>
                  </a:cubicBezTo>
                  <a:cubicBezTo>
                    <a:pt x="248" y="468"/>
                    <a:pt x="276" y="441"/>
                    <a:pt x="331" y="441"/>
                  </a:cubicBezTo>
                  <a:close/>
                  <a:moveTo>
                    <a:pt x="386" y="0"/>
                  </a:moveTo>
                  <a:cubicBezTo>
                    <a:pt x="276" y="0"/>
                    <a:pt x="166" y="55"/>
                    <a:pt x="111" y="138"/>
                  </a:cubicBezTo>
                  <a:cubicBezTo>
                    <a:pt x="28" y="248"/>
                    <a:pt x="0" y="358"/>
                    <a:pt x="0" y="496"/>
                  </a:cubicBezTo>
                  <a:cubicBezTo>
                    <a:pt x="0" y="661"/>
                    <a:pt x="28" y="799"/>
                    <a:pt x="83" y="882"/>
                  </a:cubicBezTo>
                  <a:cubicBezTo>
                    <a:pt x="138" y="964"/>
                    <a:pt x="221" y="992"/>
                    <a:pt x="331" y="992"/>
                  </a:cubicBezTo>
                  <a:cubicBezTo>
                    <a:pt x="441" y="992"/>
                    <a:pt x="524" y="964"/>
                    <a:pt x="579" y="909"/>
                  </a:cubicBezTo>
                  <a:cubicBezTo>
                    <a:pt x="634" y="854"/>
                    <a:pt x="662" y="772"/>
                    <a:pt x="662" y="689"/>
                  </a:cubicBezTo>
                  <a:cubicBezTo>
                    <a:pt x="662" y="579"/>
                    <a:pt x="634" y="496"/>
                    <a:pt x="579" y="441"/>
                  </a:cubicBezTo>
                  <a:cubicBezTo>
                    <a:pt x="524" y="386"/>
                    <a:pt x="441" y="358"/>
                    <a:pt x="359" y="358"/>
                  </a:cubicBezTo>
                  <a:cubicBezTo>
                    <a:pt x="304" y="358"/>
                    <a:pt x="248" y="358"/>
                    <a:pt x="221" y="386"/>
                  </a:cubicBezTo>
                  <a:cubicBezTo>
                    <a:pt x="193" y="413"/>
                    <a:pt x="166" y="441"/>
                    <a:pt x="138" y="468"/>
                  </a:cubicBezTo>
                  <a:cubicBezTo>
                    <a:pt x="138" y="358"/>
                    <a:pt x="166" y="276"/>
                    <a:pt x="193" y="220"/>
                  </a:cubicBezTo>
                  <a:cubicBezTo>
                    <a:pt x="248" y="138"/>
                    <a:pt x="304" y="110"/>
                    <a:pt x="386" y="110"/>
                  </a:cubicBezTo>
                  <a:cubicBezTo>
                    <a:pt x="441" y="110"/>
                    <a:pt x="469" y="138"/>
                    <a:pt x="496" y="138"/>
                  </a:cubicBezTo>
                  <a:cubicBezTo>
                    <a:pt x="524" y="138"/>
                    <a:pt x="552" y="165"/>
                    <a:pt x="607" y="165"/>
                  </a:cubicBezTo>
                  <a:lnTo>
                    <a:pt x="607" y="55"/>
                  </a:lnTo>
                  <a:cubicBezTo>
                    <a:pt x="552" y="28"/>
                    <a:pt x="524" y="28"/>
                    <a:pt x="496" y="28"/>
                  </a:cubicBezTo>
                  <a:cubicBezTo>
                    <a:pt x="469" y="28"/>
                    <a:pt x="414" y="0"/>
                    <a:pt x="38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69" name="Google Shape;2569;p107"/>
          <p:cNvPicPr preferRelativeResize="0"/>
          <p:nvPr/>
        </p:nvPicPr>
        <p:blipFill rotWithShape="1">
          <a:blip r:embed="rId3">
            <a:alphaModFix/>
          </a:blip>
          <a:srcRect b="2413" l="20140" r="10555" t="8888"/>
          <a:stretch/>
        </p:blipFill>
        <p:spPr>
          <a:xfrm>
            <a:off x="1019175" y="1743325"/>
            <a:ext cx="2486026" cy="238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0" name="Google Shape;2570;p107"/>
          <p:cNvSpPr txBox="1"/>
          <p:nvPr>
            <p:ph type="ctrTitle"/>
          </p:nvPr>
        </p:nvSpPr>
        <p:spPr>
          <a:xfrm>
            <a:off x="4694025" y="540000"/>
            <a:ext cx="3729900" cy="179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eko Medium"/>
                <a:ea typeface="Teko Medium"/>
                <a:cs typeface="Teko Medium"/>
                <a:sym typeface="Teko Medium"/>
              </a:rPr>
              <a:t>MINING THE SKY,  </a:t>
            </a:r>
            <a:endParaRPr sz="4000">
              <a:latin typeface="Teko Medium"/>
              <a:ea typeface="Teko Medium"/>
              <a:cs typeface="Teko Medium"/>
              <a:sym typeface="Teko Medium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latin typeface="Teko Medium"/>
                <a:ea typeface="Teko Medium"/>
                <a:cs typeface="Teko Medium"/>
                <a:sym typeface="Teko Medium"/>
              </a:rPr>
              <a:t>SELLING IN THE ORBIT</a:t>
            </a:r>
            <a:endParaRPr sz="4000">
              <a:latin typeface="Teko Medium"/>
              <a:ea typeface="Teko Medium"/>
              <a:cs typeface="Teko Medium"/>
              <a:sym typeface="Teko Medium"/>
            </a:endParaRPr>
          </a:p>
        </p:txBody>
      </p:sp>
      <p:pic>
        <p:nvPicPr>
          <p:cNvPr id="2571" name="Google Shape;2571;p107"/>
          <p:cNvPicPr preferRelativeResize="0"/>
          <p:nvPr/>
        </p:nvPicPr>
        <p:blipFill rotWithShape="1">
          <a:blip r:embed="rId4">
            <a:alphaModFix/>
          </a:blip>
          <a:srcRect b="49122" l="0" r="0" t="0"/>
          <a:stretch/>
        </p:blipFill>
        <p:spPr>
          <a:xfrm>
            <a:off x="5551508" y="2571750"/>
            <a:ext cx="2660592" cy="203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572" name="Google Shape;2572;p107"/>
          <p:cNvSpPr txBox="1"/>
          <p:nvPr>
            <p:ph idx="1" type="subTitle"/>
          </p:nvPr>
        </p:nvSpPr>
        <p:spPr>
          <a:xfrm>
            <a:off x="4252925" y="3502125"/>
            <a:ext cx="2533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Source Code Pro ExtraLight"/>
                <a:ea typeface="Source Code Pro ExtraLight"/>
                <a:cs typeface="Source Code Pro ExtraLight"/>
                <a:sym typeface="Source Code Pro ExtraLight"/>
              </a:rPr>
              <a:t>Turning near-earth asteroid water into affordable rocket propellant</a:t>
            </a:r>
            <a:endParaRPr>
              <a:latin typeface="Source Code Pro ExtraLight"/>
              <a:ea typeface="Source Code Pro ExtraLight"/>
              <a:cs typeface="Source Code Pro ExtraLight"/>
              <a:sym typeface="Source Code Pro ExtraLight"/>
            </a:endParaRPr>
          </a:p>
        </p:txBody>
      </p:sp>
      <p:grpSp>
        <p:nvGrpSpPr>
          <p:cNvPr id="2573" name="Google Shape;2573;p107"/>
          <p:cNvGrpSpPr/>
          <p:nvPr/>
        </p:nvGrpSpPr>
        <p:grpSpPr>
          <a:xfrm>
            <a:off x="5528769" y="2571702"/>
            <a:ext cx="2900025" cy="2211847"/>
            <a:chOff x="5614975" y="2571738"/>
            <a:chExt cx="2725075" cy="2078413"/>
          </a:xfrm>
        </p:grpSpPr>
        <p:grpSp>
          <p:nvGrpSpPr>
            <p:cNvPr id="2574" name="Google Shape;2574;p107"/>
            <p:cNvGrpSpPr/>
            <p:nvPr/>
          </p:nvGrpSpPr>
          <p:grpSpPr>
            <a:xfrm>
              <a:off x="8301900" y="2571738"/>
              <a:ext cx="38150" cy="1997125"/>
              <a:chOff x="8301900" y="2571738"/>
              <a:chExt cx="38150" cy="1997125"/>
            </a:xfrm>
          </p:grpSpPr>
          <p:sp>
            <p:nvSpPr>
              <p:cNvPr id="2575" name="Google Shape;2575;p107"/>
              <p:cNvSpPr/>
              <p:nvPr/>
            </p:nvSpPr>
            <p:spPr>
              <a:xfrm>
                <a:off x="8305713" y="257173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66"/>
                      <a:pt x="527" y="722"/>
                      <a:pt x="500" y="777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77"/>
                    </a:cubicBezTo>
                    <a:cubicBezTo>
                      <a:pt x="167" y="722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4"/>
                      <a:pt x="333" y="944"/>
                    </a:cubicBezTo>
                    <a:cubicBezTo>
                      <a:pt x="472" y="944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6" name="Google Shape;2576;p107"/>
              <p:cNvSpPr/>
              <p:nvPr/>
            </p:nvSpPr>
            <p:spPr>
              <a:xfrm>
                <a:off x="8302600" y="296631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1"/>
                      <a:pt x="500" y="167"/>
                    </a:cubicBezTo>
                    <a:cubicBezTo>
                      <a:pt x="527" y="222"/>
                      <a:pt x="555" y="278"/>
                      <a:pt x="555" y="361"/>
                    </a:cubicBezTo>
                    <a:cubicBezTo>
                      <a:pt x="555" y="389"/>
                      <a:pt x="555" y="416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5"/>
                      <a:pt x="416" y="832"/>
                      <a:pt x="333" y="832"/>
                    </a:cubicBezTo>
                    <a:cubicBezTo>
                      <a:pt x="278" y="832"/>
                      <a:pt x="222" y="805"/>
                      <a:pt x="195" y="749"/>
                    </a:cubicBezTo>
                    <a:cubicBezTo>
                      <a:pt x="167" y="721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2"/>
                      <a:pt x="195" y="167"/>
                    </a:cubicBezTo>
                    <a:cubicBezTo>
                      <a:pt x="222" y="111"/>
                      <a:pt x="278" y="84"/>
                      <a:pt x="333" y="84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4"/>
                    </a:cubicBezTo>
                    <a:cubicBezTo>
                      <a:pt x="56" y="167"/>
                      <a:pt x="28" y="250"/>
                      <a:pt x="28" y="333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7"/>
                      <a:pt x="694" y="472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7" name="Google Shape;2577;p107"/>
              <p:cNvSpPr/>
              <p:nvPr/>
            </p:nvSpPr>
            <p:spPr>
              <a:xfrm>
                <a:off x="8302250" y="3360888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84"/>
                    </a:moveTo>
                    <a:cubicBezTo>
                      <a:pt x="416" y="84"/>
                      <a:pt x="472" y="112"/>
                      <a:pt x="500" y="167"/>
                    </a:cubicBezTo>
                    <a:cubicBezTo>
                      <a:pt x="527" y="223"/>
                      <a:pt x="555" y="278"/>
                      <a:pt x="555" y="361"/>
                    </a:cubicBezTo>
                    <a:cubicBezTo>
                      <a:pt x="555" y="389"/>
                      <a:pt x="555" y="417"/>
                      <a:pt x="555" y="472"/>
                    </a:cubicBezTo>
                    <a:cubicBezTo>
                      <a:pt x="555" y="500"/>
                      <a:pt x="555" y="555"/>
                      <a:pt x="555" y="583"/>
                    </a:cubicBezTo>
                    <a:cubicBezTo>
                      <a:pt x="555" y="638"/>
                      <a:pt x="527" y="722"/>
                      <a:pt x="500" y="749"/>
                    </a:cubicBezTo>
                    <a:cubicBezTo>
                      <a:pt x="472" y="805"/>
                      <a:pt x="416" y="833"/>
                      <a:pt x="333" y="833"/>
                    </a:cubicBezTo>
                    <a:cubicBezTo>
                      <a:pt x="278" y="833"/>
                      <a:pt x="222" y="805"/>
                      <a:pt x="195" y="749"/>
                    </a:cubicBezTo>
                    <a:cubicBezTo>
                      <a:pt x="167" y="722"/>
                      <a:pt x="139" y="638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278"/>
                      <a:pt x="167" y="223"/>
                      <a:pt x="195" y="167"/>
                    </a:cubicBezTo>
                    <a:cubicBezTo>
                      <a:pt x="222" y="112"/>
                      <a:pt x="278" y="84"/>
                      <a:pt x="333" y="84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29"/>
                      <a:pt x="111" y="84"/>
                    </a:cubicBezTo>
                    <a:cubicBezTo>
                      <a:pt x="56" y="167"/>
                      <a:pt x="28" y="250"/>
                      <a:pt x="28" y="334"/>
                    </a:cubicBezTo>
                    <a:lnTo>
                      <a:pt x="0" y="472"/>
                    </a:lnTo>
                    <a:lnTo>
                      <a:pt x="28" y="583"/>
                    </a:lnTo>
                    <a:cubicBezTo>
                      <a:pt x="28" y="694"/>
                      <a:pt x="56" y="777"/>
                      <a:pt x="111" y="833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33"/>
                    </a:cubicBezTo>
                    <a:cubicBezTo>
                      <a:pt x="638" y="777"/>
                      <a:pt x="666" y="694"/>
                      <a:pt x="666" y="583"/>
                    </a:cubicBezTo>
                    <a:cubicBezTo>
                      <a:pt x="666" y="555"/>
                      <a:pt x="694" y="528"/>
                      <a:pt x="694" y="472"/>
                    </a:cubicBezTo>
                    <a:cubicBezTo>
                      <a:pt x="694" y="417"/>
                      <a:pt x="666" y="361"/>
                      <a:pt x="666" y="334"/>
                    </a:cubicBezTo>
                    <a:cubicBezTo>
                      <a:pt x="666" y="250"/>
                      <a:pt x="638" y="167"/>
                      <a:pt x="583" y="84"/>
                    </a:cubicBezTo>
                    <a:cubicBezTo>
                      <a:pt x="555" y="29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8" name="Google Shape;2578;p107"/>
              <p:cNvSpPr/>
              <p:nvPr/>
            </p:nvSpPr>
            <p:spPr>
              <a:xfrm>
                <a:off x="8301900" y="3755463"/>
                <a:ext cx="17350" cy="23575"/>
              </a:xfrm>
              <a:custGeom>
                <a:rect b="b" l="l" r="r" t="t"/>
                <a:pathLst>
                  <a:path extrusionOk="0" h="943" w="694">
                    <a:moveTo>
                      <a:pt x="333" y="83"/>
                    </a:moveTo>
                    <a:cubicBezTo>
                      <a:pt x="416" y="83"/>
                      <a:pt x="472" y="111"/>
                      <a:pt x="500" y="166"/>
                    </a:cubicBezTo>
                    <a:cubicBezTo>
                      <a:pt x="527" y="222"/>
                      <a:pt x="555" y="277"/>
                      <a:pt x="555" y="361"/>
                    </a:cubicBezTo>
                    <a:cubicBezTo>
                      <a:pt x="555" y="388"/>
                      <a:pt x="555" y="416"/>
                      <a:pt x="555" y="471"/>
                    </a:cubicBezTo>
                    <a:cubicBezTo>
                      <a:pt x="555" y="499"/>
                      <a:pt x="555" y="555"/>
                      <a:pt x="555" y="582"/>
                    </a:cubicBezTo>
                    <a:cubicBezTo>
                      <a:pt x="555" y="638"/>
                      <a:pt x="527" y="721"/>
                      <a:pt x="500" y="749"/>
                    </a:cubicBezTo>
                    <a:cubicBezTo>
                      <a:pt x="472" y="804"/>
                      <a:pt x="416" y="832"/>
                      <a:pt x="333" y="832"/>
                    </a:cubicBezTo>
                    <a:cubicBezTo>
                      <a:pt x="278" y="832"/>
                      <a:pt x="222" y="804"/>
                      <a:pt x="195" y="749"/>
                    </a:cubicBezTo>
                    <a:cubicBezTo>
                      <a:pt x="167" y="721"/>
                      <a:pt x="139" y="638"/>
                      <a:pt x="139" y="582"/>
                    </a:cubicBezTo>
                    <a:lnTo>
                      <a:pt x="139" y="471"/>
                    </a:lnTo>
                    <a:lnTo>
                      <a:pt x="139" y="361"/>
                    </a:lnTo>
                    <a:cubicBezTo>
                      <a:pt x="139" y="277"/>
                      <a:pt x="167" y="222"/>
                      <a:pt x="195" y="166"/>
                    </a:cubicBezTo>
                    <a:cubicBezTo>
                      <a:pt x="222" y="111"/>
                      <a:pt x="278" y="83"/>
                      <a:pt x="333" y="83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28"/>
                      <a:pt x="111" y="83"/>
                    </a:cubicBezTo>
                    <a:cubicBezTo>
                      <a:pt x="56" y="166"/>
                      <a:pt x="28" y="250"/>
                      <a:pt x="28" y="333"/>
                    </a:cubicBezTo>
                    <a:lnTo>
                      <a:pt x="0" y="471"/>
                    </a:lnTo>
                    <a:lnTo>
                      <a:pt x="28" y="582"/>
                    </a:lnTo>
                    <a:cubicBezTo>
                      <a:pt x="28" y="693"/>
                      <a:pt x="56" y="776"/>
                      <a:pt x="111" y="832"/>
                    </a:cubicBezTo>
                    <a:cubicBezTo>
                      <a:pt x="139" y="915"/>
                      <a:pt x="222" y="943"/>
                      <a:pt x="333" y="943"/>
                    </a:cubicBezTo>
                    <a:cubicBezTo>
                      <a:pt x="472" y="943"/>
                      <a:pt x="555" y="915"/>
                      <a:pt x="583" y="832"/>
                    </a:cubicBezTo>
                    <a:cubicBezTo>
                      <a:pt x="638" y="776"/>
                      <a:pt x="666" y="693"/>
                      <a:pt x="666" y="582"/>
                    </a:cubicBezTo>
                    <a:cubicBezTo>
                      <a:pt x="666" y="555"/>
                      <a:pt x="694" y="527"/>
                      <a:pt x="694" y="471"/>
                    </a:cubicBezTo>
                    <a:cubicBezTo>
                      <a:pt x="694" y="416"/>
                      <a:pt x="666" y="361"/>
                      <a:pt x="666" y="333"/>
                    </a:cubicBezTo>
                    <a:cubicBezTo>
                      <a:pt x="666" y="250"/>
                      <a:pt x="638" y="166"/>
                      <a:pt x="583" y="83"/>
                    </a:cubicBezTo>
                    <a:cubicBezTo>
                      <a:pt x="555" y="28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9" name="Google Shape;2579;p107"/>
              <p:cNvSpPr/>
              <p:nvPr/>
            </p:nvSpPr>
            <p:spPr>
              <a:xfrm>
                <a:off x="8302600" y="4150013"/>
                <a:ext cx="17350" cy="24275"/>
              </a:xfrm>
              <a:custGeom>
                <a:rect b="b" l="l" r="r" t="t"/>
                <a:pathLst>
                  <a:path extrusionOk="0" h="971" w="694">
                    <a:moveTo>
                      <a:pt x="333" y="111"/>
                    </a:moveTo>
                    <a:cubicBezTo>
                      <a:pt x="416" y="111"/>
                      <a:pt x="472" y="139"/>
                      <a:pt x="500" y="194"/>
                    </a:cubicBezTo>
                    <a:cubicBezTo>
                      <a:pt x="527" y="222"/>
                      <a:pt x="555" y="305"/>
                      <a:pt x="555" y="388"/>
                    </a:cubicBezTo>
                    <a:cubicBezTo>
                      <a:pt x="555" y="388"/>
                      <a:pt x="555" y="444"/>
                      <a:pt x="555" y="471"/>
                    </a:cubicBezTo>
                    <a:cubicBezTo>
                      <a:pt x="555" y="527"/>
                      <a:pt x="555" y="582"/>
                      <a:pt x="555" y="582"/>
                    </a:cubicBezTo>
                    <a:cubicBezTo>
                      <a:pt x="555" y="665"/>
                      <a:pt x="527" y="749"/>
                      <a:pt x="500" y="776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6"/>
                    </a:cubicBezTo>
                    <a:cubicBezTo>
                      <a:pt x="167" y="749"/>
                      <a:pt x="139" y="665"/>
                      <a:pt x="139" y="582"/>
                    </a:cubicBezTo>
                    <a:lnTo>
                      <a:pt x="139" y="471"/>
                    </a:lnTo>
                    <a:lnTo>
                      <a:pt x="139" y="388"/>
                    </a:lnTo>
                    <a:cubicBezTo>
                      <a:pt x="139" y="305"/>
                      <a:pt x="167" y="222"/>
                      <a:pt x="195" y="194"/>
                    </a:cubicBezTo>
                    <a:cubicBezTo>
                      <a:pt x="222" y="139"/>
                      <a:pt x="278" y="111"/>
                      <a:pt x="333" y="111"/>
                    </a:cubicBezTo>
                    <a:close/>
                    <a:moveTo>
                      <a:pt x="333" y="0"/>
                    </a:moveTo>
                    <a:cubicBezTo>
                      <a:pt x="222" y="0"/>
                      <a:pt x="139" y="55"/>
                      <a:pt x="111" y="111"/>
                    </a:cubicBezTo>
                    <a:cubicBezTo>
                      <a:pt x="56" y="166"/>
                      <a:pt x="28" y="277"/>
                      <a:pt x="28" y="360"/>
                    </a:cubicBezTo>
                    <a:lnTo>
                      <a:pt x="0" y="499"/>
                    </a:lnTo>
                    <a:lnTo>
                      <a:pt x="28" y="610"/>
                    </a:lnTo>
                    <a:cubicBezTo>
                      <a:pt x="28" y="721"/>
                      <a:pt x="56" y="804"/>
                      <a:pt x="111" y="860"/>
                    </a:cubicBezTo>
                    <a:cubicBezTo>
                      <a:pt x="139" y="915"/>
                      <a:pt x="222" y="970"/>
                      <a:pt x="333" y="970"/>
                    </a:cubicBezTo>
                    <a:cubicBezTo>
                      <a:pt x="472" y="970"/>
                      <a:pt x="555" y="915"/>
                      <a:pt x="583" y="860"/>
                    </a:cubicBezTo>
                    <a:cubicBezTo>
                      <a:pt x="638" y="804"/>
                      <a:pt x="666" y="721"/>
                      <a:pt x="666" y="610"/>
                    </a:cubicBezTo>
                    <a:cubicBezTo>
                      <a:pt x="666" y="582"/>
                      <a:pt x="694" y="527"/>
                      <a:pt x="694" y="499"/>
                    </a:cubicBezTo>
                    <a:cubicBezTo>
                      <a:pt x="694" y="444"/>
                      <a:pt x="666" y="388"/>
                      <a:pt x="666" y="360"/>
                    </a:cubicBezTo>
                    <a:cubicBezTo>
                      <a:pt x="666" y="277"/>
                      <a:pt x="638" y="166"/>
                      <a:pt x="583" y="111"/>
                    </a:cubicBezTo>
                    <a:cubicBezTo>
                      <a:pt x="555" y="55"/>
                      <a:pt x="472" y="0"/>
                      <a:pt x="33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0" name="Google Shape;2580;p107"/>
              <p:cNvSpPr/>
              <p:nvPr/>
            </p:nvSpPr>
            <p:spPr>
              <a:xfrm>
                <a:off x="8301900" y="4545263"/>
                <a:ext cx="17350" cy="23600"/>
              </a:xfrm>
              <a:custGeom>
                <a:rect b="b" l="l" r="r" t="t"/>
                <a:pathLst>
                  <a:path extrusionOk="0" h="944" w="694">
                    <a:moveTo>
                      <a:pt x="333" y="112"/>
                    </a:moveTo>
                    <a:cubicBezTo>
                      <a:pt x="416" y="112"/>
                      <a:pt x="472" y="139"/>
                      <a:pt x="500" y="195"/>
                    </a:cubicBezTo>
                    <a:cubicBezTo>
                      <a:pt x="527" y="222"/>
                      <a:pt x="555" y="306"/>
                      <a:pt x="555" y="361"/>
                    </a:cubicBezTo>
                    <a:cubicBezTo>
                      <a:pt x="555" y="389"/>
                      <a:pt x="555" y="444"/>
                      <a:pt x="555" y="472"/>
                    </a:cubicBezTo>
                    <a:cubicBezTo>
                      <a:pt x="555" y="527"/>
                      <a:pt x="555" y="555"/>
                      <a:pt x="555" y="583"/>
                    </a:cubicBezTo>
                    <a:cubicBezTo>
                      <a:pt x="555" y="666"/>
                      <a:pt x="527" y="749"/>
                      <a:pt x="500" y="777"/>
                    </a:cubicBezTo>
                    <a:cubicBezTo>
                      <a:pt x="472" y="832"/>
                      <a:pt x="416" y="860"/>
                      <a:pt x="333" y="860"/>
                    </a:cubicBezTo>
                    <a:cubicBezTo>
                      <a:pt x="278" y="860"/>
                      <a:pt x="222" y="832"/>
                      <a:pt x="195" y="777"/>
                    </a:cubicBezTo>
                    <a:cubicBezTo>
                      <a:pt x="167" y="749"/>
                      <a:pt x="139" y="666"/>
                      <a:pt x="139" y="583"/>
                    </a:cubicBezTo>
                    <a:lnTo>
                      <a:pt x="139" y="472"/>
                    </a:lnTo>
                    <a:lnTo>
                      <a:pt x="139" y="361"/>
                    </a:lnTo>
                    <a:cubicBezTo>
                      <a:pt x="139" y="306"/>
                      <a:pt x="167" y="222"/>
                      <a:pt x="195" y="195"/>
                    </a:cubicBezTo>
                    <a:cubicBezTo>
                      <a:pt x="222" y="139"/>
                      <a:pt x="278" y="112"/>
                      <a:pt x="333" y="112"/>
                    </a:cubicBezTo>
                    <a:close/>
                    <a:moveTo>
                      <a:pt x="333" y="1"/>
                    </a:moveTo>
                    <a:cubicBezTo>
                      <a:pt x="222" y="1"/>
                      <a:pt x="139" y="56"/>
                      <a:pt x="111" y="112"/>
                    </a:cubicBezTo>
                    <a:cubicBezTo>
                      <a:pt x="56" y="167"/>
                      <a:pt x="28" y="250"/>
                      <a:pt x="28" y="361"/>
                    </a:cubicBezTo>
                    <a:lnTo>
                      <a:pt x="0" y="472"/>
                    </a:lnTo>
                    <a:lnTo>
                      <a:pt x="28" y="611"/>
                    </a:lnTo>
                    <a:cubicBezTo>
                      <a:pt x="28" y="694"/>
                      <a:pt x="56" y="805"/>
                      <a:pt x="111" y="860"/>
                    </a:cubicBezTo>
                    <a:cubicBezTo>
                      <a:pt x="139" y="916"/>
                      <a:pt x="222" y="943"/>
                      <a:pt x="333" y="943"/>
                    </a:cubicBezTo>
                    <a:cubicBezTo>
                      <a:pt x="472" y="943"/>
                      <a:pt x="555" y="916"/>
                      <a:pt x="583" y="860"/>
                    </a:cubicBezTo>
                    <a:cubicBezTo>
                      <a:pt x="638" y="805"/>
                      <a:pt x="666" y="694"/>
                      <a:pt x="666" y="611"/>
                    </a:cubicBezTo>
                    <a:cubicBezTo>
                      <a:pt x="666" y="583"/>
                      <a:pt x="694" y="527"/>
                      <a:pt x="694" y="472"/>
                    </a:cubicBezTo>
                    <a:cubicBezTo>
                      <a:pt x="694" y="444"/>
                      <a:pt x="666" y="389"/>
                      <a:pt x="666" y="361"/>
                    </a:cubicBezTo>
                    <a:cubicBezTo>
                      <a:pt x="666" y="250"/>
                      <a:pt x="638" y="167"/>
                      <a:pt x="583" y="112"/>
                    </a:cubicBezTo>
                    <a:cubicBezTo>
                      <a:pt x="555" y="56"/>
                      <a:pt x="472" y="1"/>
                      <a:pt x="3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1" name="Google Shape;2581;p107"/>
              <p:cNvSpPr/>
              <p:nvPr/>
            </p:nvSpPr>
            <p:spPr>
              <a:xfrm>
                <a:off x="8325813" y="2571738"/>
                <a:ext cx="10425" cy="22900"/>
              </a:xfrm>
              <a:custGeom>
                <a:rect b="b" l="l" r="r" t="t"/>
                <a:pathLst>
                  <a:path extrusionOk="0" h="916" w="417">
                    <a:moveTo>
                      <a:pt x="333" y="1"/>
                    </a:moveTo>
                    <a:cubicBezTo>
                      <a:pt x="306" y="1"/>
                      <a:pt x="306" y="1"/>
                      <a:pt x="278" y="29"/>
                    </a:cubicBezTo>
                    <a:lnTo>
                      <a:pt x="1" y="250"/>
                    </a:lnTo>
                    <a:cubicBezTo>
                      <a:pt x="1" y="278"/>
                      <a:pt x="1" y="278"/>
                      <a:pt x="1" y="278"/>
                    </a:cubicBezTo>
                    <a:lnTo>
                      <a:pt x="28" y="306"/>
                    </a:lnTo>
                    <a:cubicBezTo>
                      <a:pt x="28" y="334"/>
                      <a:pt x="56" y="334"/>
                      <a:pt x="56" y="334"/>
                    </a:cubicBezTo>
                    <a:lnTo>
                      <a:pt x="84" y="334"/>
                    </a:lnTo>
                    <a:lnTo>
                      <a:pt x="306" y="167"/>
                    </a:lnTo>
                    <a:lnTo>
                      <a:pt x="306" y="888"/>
                    </a:lnTo>
                    <a:cubicBezTo>
                      <a:pt x="306" y="916"/>
                      <a:pt x="306" y="916"/>
                      <a:pt x="306" y="916"/>
                    </a:cubicBezTo>
                    <a:lnTo>
                      <a:pt x="416" y="916"/>
                    </a:lnTo>
                    <a:cubicBezTo>
                      <a:pt x="416" y="916"/>
                      <a:pt x="416" y="916"/>
                      <a:pt x="416" y="888"/>
                    </a:cubicBezTo>
                    <a:lnTo>
                      <a:pt x="416" y="29"/>
                    </a:lnTo>
                    <a:cubicBezTo>
                      <a:pt x="389" y="1"/>
                      <a:pt x="389" y="1"/>
                      <a:pt x="38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2" name="Google Shape;2582;p107"/>
              <p:cNvSpPr/>
              <p:nvPr/>
            </p:nvSpPr>
            <p:spPr>
              <a:xfrm>
                <a:off x="8323400" y="2966303"/>
                <a:ext cx="15950" cy="22900"/>
              </a:xfrm>
              <a:custGeom>
                <a:rect b="b" l="l" r="r" t="t"/>
                <a:pathLst>
                  <a:path extrusionOk="0" h="916" w="638">
                    <a:moveTo>
                      <a:pt x="305" y="0"/>
                    </a:moveTo>
                    <a:cubicBezTo>
                      <a:pt x="250" y="0"/>
                      <a:pt x="194" y="0"/>
                      <a:pt x="139" y="28"/>
                    </a:cubicBezTo>
                    <a:cubicBezTo>
                      <a:pt x="111" y="56"/>
                      <a:pt x="83" y="84"/>
                      <a:pt x="56" y="139"/>
                    </a:cubicBezTo>
                    <a:cubicBezTo>
                      <a:pt x="28" y="167"/>
                      <a:pt x="0" y="222"/>
                      <a:pt x="0" y="278"/>
                    </a:cubicBezTo>
                    <a:lnTo>
                      <a:pt x="28" y="278"/>
                    </a:lnTo>
                    <a:cubicBezTo>
                      <a:pt x="28" y="305"/>
                      <a:pt x="28" y="305"/>
                      <a:pt x="28" y="305"/>
                    </a:cubicBezTo>
                    <a:lnTo>
                      <a:pt x="111" y="305"/>
                    </a:lnTo>
                    <a:cubicBezTo>
                      <a:pt x="111" y="305"/>
                      <a:pt x="111" y="305"/>
                      <a:pt x="111" y="278"/>
                    </a:cubicBezTo>
                    <a:lnTo>
                      <a:pt x="139" y="278"/>
                    </a:lnTo>
                    <a:cubicBezTo>
                      <a:pt x="139" y="222"/>
                      <a:pt x="167" y="167"/>
                      <a:pt x="194" y="139"/>
                    </a:cubicBezTo>
                    <a:cubicBezTo>
                      <a:pt x="222" y="111"/>
                      <a:pt x="250" y="84"/>
                      <a:pt x="305" y="84"/>
                    </a:cubicBezTo>
                    <a:cubicBezTo>
                      <a:pt x="361" y="84"/>
                      <a:pt x="416" y="111"/>
                      <a:pt x="444" y="139"/>
                    </a:cubicBezTo>
                    <a:cubicBezTo>
                      <a:pt x="472" y="167"/>
                      <a:pt x="472" y="222"/>
                      <a:pt x="472" y="250"/>
                    </a:cubicBezTo>
                    <a:cubicBezTo>
                      <a:pt x="472" y="305"/>
                      <a:pt x="472" y="333"/>
                      <a:pt x="444" y="361"/>
                    </a:cubicBezTo>
                    <a:cubicBezTo>
                      <a:pt x="416" y="416"/>
                      <a:pt x="388" y="444"/>
                      <a:pt x="305" y="500"/>
                    </a:cubicBezTo>
                    <a:lnTo>
                      <a:pt x="28" y="805"/>
                    </a:lnTo>
                    <a:cubicBezTo>
                      <a:pt x="0" y="805"/>
                      <a:pt x="0" y="832"/>
                      <a:pt x="0" y="860"/>
                    </a:cubicBezTo>
                    <a:lnTo>
                      <a:pt x="0" y="888"/>
                    </a:lnTo>
                    <a:cubicBezTo>
                      <a:pt x="0" y="888"/>
                      <a:pt x="0" y="915"/>
                      <a:pt x="0" y="915"/>
                    </a:cubicBezTo>
                    <a:lnTo>
                      <a:pt x="610" y="915"/>
                    </a:lnTo>
                    <a:cubicBezTo>
                      <a:pt x="638" y="915"/>
                      <a:pt x="638" y="888"/>
                      <a:pt x="638" y="888"/>
                    </a:cubicBezTo>
                    <a:lnTo>
                      <a:pt x="638" y="832"/>
                    </a:lnTo>
                    <a:lnTo>
                      <a:pt x="610" y="832"/>
                    </a:lnTo>
                    <a:cubicBezTo>
                      <a:pt x="610" y="805"/>
                      <a:pt x="610" y="805"/>
                      <a:pt x="610" y="805"/>
                    </a:cubicBezTo>
                    <a:lnTo>
                      <a:pt x="194" y="805"/>
                    </a:lnTo>
                    <a:lnTo>
                      <a:pt x="444" y="555"/>
                    </a:lnTo>
                    <a:cubicBezTo>
                      <a:pt x="499" y="500"/>
                      <a:pt x="555" y="444"/>
                      <a:pt x="582" y="416"/>
                    </a:cubicBezTo>
                    <a:cubicBezTo>
                      <a:pt x="610" y="361"/>
                      <a:pt x="610" y="305"/>
                      <a:pt x="610" y="250"/>
                    </a:cubicBezTo>
                    <a:cubicBezTo>
                      <a:pt x="610" y="195"/>
                      <a:pt x="582" y="111"/>
                      <a:pt x="527" y="56"/>
                    </a:cubicBezTo>
                    <a:cubicBezTo>
                      <a:pt x="499" y="0"/>
                      <a:pt x="416" y="0"/>
                      <a:pt x="30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3" name="Google Shape;2583;p107"/>
              <p:cNvSpPr/>
              <p:nvPr/>
            </p:nvSpPr>
            <p:spPr>
              <a:xfrm>
                <a:off x="8323050" y="3360868"/>
                <a:ext cx="16650" cy="23600"/>
              </a:xfrm>
              <a:custGeom>
                <a:rect b="b" l="l" r="r" t="t"/>
                <a:pathLst>
                  <a:path extrusionOk="0" h="944" w="666">
                    <a:moveTo>
                      <a:pt x="28" y="1"/>
                    </a:moveTo>
                    <a:cubicBezTo>
                      <a:pt x="28" y="29"/>
                      <a:pt x="28" y="29"/>
                      <a:pt x="28" y="29"/>
                    </a:cubicBezTo>
                    <a:lnTo>
                      <a:pt x="28" y="84"/>
                    </a:lnTo>
                    <a:cubicBezTo>
                      <a:pt x="28" y="84"/>
                      <a:pt x="28" y="84"/>
                      <a:pt x="28" y="112"/>
                    </a:cubicBezTo>
                    <a:lnTo>
                      <a:pt x="444" y="112"/>
                    </a:lnTo>
                    <a:lnTo>
                      <a:pt x="194" y="389"/>
                    </a:lnTo>
                    <a:cubicBezTo>
                      <a:pt x="194" y="417"/>
                      <a:pt x="167" y="417"/>
                      <a:pt x="167" y="417"/>
                    </a:cubicBezTo>
                    <a:lnTo>
                      <a:pt x="167" y="472"/>
                    </a:lnTo>
                    <a:lnTo>
                      <a:pt x="194" y="472"/>
                    </a:lnTo>
                    <a:cubicBezTo>
                      <a:pt x="194" y="500"/>
                      <a:pt x="194" y="500"/>
                      <a:pt x="194" y="500"/>
                    </a:cubicBezTo>
                    <a:lnTo>
                      <a:pt x="333" y="500"/>
                    </a:lnTo>
                    <a:cubicBezTo>
                      <a:pt x="472" y="500"/>
                      <a:pt x="527" y="555"/>
                      <a:pt x="527" y="666"/>
                    </a:cubicBezTo>
                    <a:cubicBezTo>
                      <a:pt x="527" y="722"/>
                      <a:pt x="499" y="749"/>
                      <a:pt x="472" y="777"/>
                    </a:cubicBezTo>
                    <a:cubicBezTo>
                      <a:pt x="444" y="805"/>
                      <a:pt x="388" y="833"/>
                      <a:pt x="333" y="833"/>
                    </a:cubicBezTo>
                    <a:cubicBezTo>
                      <a:pt x="278" y="833"/>
                      <a:pt x="222" y="833"/>
                      <a:pt x="194" y="805"/>
                    </a:cubicBezTo>
                    <a:cubicBezTo>
                      <a:pt x="139" y="777"/>
                      <a:pt x="111" y="749"/>
                      <a:pt x="111" y="694"/>
                    </a:cubicBezTo>
                    <a:cubicBezTo>
                      <a:pt x="83" y="666"/>
                      <a:pt x="83" y="666"/>
                      <a:pt x="83" y="666"/>
                    </a:cubicBezTo>
                    <a:lnTo>
                      <a:pt x="28" y="666"/>
                    </a:lnTo>
                    <a:cubicBezTo>
                      <a:pt x="0" y="666"/>
                      <a:pt x="0" y="666"/>
                      <a:pt x="0" y="694"/>
                    </a:cubicBezTo>
                    <a:cubicBezTo>
                      <a:pt x="0" y="749"/>
                      <a:pt x="0" y="777"/>
                      <a:pt x="28" y="805"/>
                    </a:cubicBezTo>
                    <a:cubicBezTo>
                      <a:pt x="56" y="860"/>
                      <a:pt x="83" y="888"/>
                      <a:pt x="139" y="916"/>
                    </a:cubicBezTo>
                    <a:cubicBezTo>
                      <a:pt x="194" y="916"/>
                      <a:pt x="250" y="943"/>
                      <a:pt x="333" y="943"/>
                    </a:cubicBezTo>
                    <a:cubicBezTo>
                      <a:pt x="388" y="943"/>
                      <a:pt x="444" y="916"/>
                      <a:pt x="499" y="916"/>
                    </a:cubicBezTo>
                    <a:cubicBezTo>
                      <a:pt x="555" y="888"/>
                      <a:pt x="582" y="860"/>
                      <a:pt x="610" y="805"/>
                    </a:cubicBezTo>
                    <a:cubicBezTo>
                      <a:pt x="638" y="777"/>
                      <a:pt x="666" y="722"/>
                      <a:pt x="666" y="666"/>
                    </a:cubicBezTo>
                    <a:cubicBezTo>
                      <a:pt x="666" y="583"/>
                      <a:pt x="638" y="500"/>
                      <a:pt x="582" y="472"/>
                    </a:cubicBezTo>
                    <a:cubicBezTo>
                      <a:pt x="527" y="417"/>
                      <a:pt x="444" y="389"/>
                      <a:pt x="361" y="389"/>
                    </a:cubicBezTo>
                    <a:lnTo>
                      <a:pt x="333" y="389"/>
                    </a:lnTo>
                    <a:lnTo>
                      <a:pt x="610" y="112"/>
                    </a:lnTo>
                    <a:cubicBezTo>
                      <a:pt x="610" y="84"/>
                      <a:pt x="610" y="84"/>
                      <a:pt x="610" y="84"/>
                    </a:cubicBezTo>
                    <a:lnTo>
                      <a:pt x="610" y="29"/>
                    </a:lnTo>
                    <a:cubicBezTo>
                      <a:pt x="610" y="29"/>
                      <a:pt x="610" y="29"/>
                      <a:pt x="61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4" name="Google Shape;2584;p107"/>
              <p:cNvSpPr/>
              <p:nvPr/>
            </p:nvSpPr>
            <p:spPr>
              <a:xfrm>
                <a:off x="8322000" y="3756132"/>
                <a:ext cx="18050" cy="22900"/>
              </a:xfrm>
              <a:custGeom>
                <a:rect b="b" l="l" r="r" t="t"/>
                <a:pathLst>
                  <a:path extrusionOk="0" h="916" w="722">
                    <a:moveTo>
                      <a:pt x="444" y="139"/>
                    </a:moveTo>
                    <a:lnTo>
                      <a:pt x="444" y="582"/>
                    </a:lnTo>
                    <a:lnTo>
                      <a:pt x="139" y="582"/>
                    </a:lnTo>
                    <a:lnTo>
                      <a:pt x="444" y="139"/>
                    </a:lnTo>
                    <a:close/>
                    <a:moveTo>
                      <a:pt x="416" y="0"/>
                    </a:moveTo>
                    <a:cubicBezTo>
                      <a:pt x="416" y="0"/>
                      <a:pt x="416" y="28"/>
                      <a:pt x="416" y="28"/>
                    </a:cubicBezTo>
                    <a:lnTo>
                      <a:pt x="1" y="582"/>
                    </a:lnTo>
                    <a:cubicBezTo>
                      <a:pt x="1" y="582"/>
                      <a:pt x="1" y="610"/>
                      <a:pt x="1" y="610"/>
                    </a:cubicBezTo>
                    <a:lnTo>
                      <a:pt x="1" y="666"/>
                    </a:lnTo>
                    <a:cubicBezTo>
                      <a:pt x="1" y="666"/>
                      <a:pt x="1" y="693"/>
                      <a:pt x="1" y="693"/>
                    </a:cubicBezTo>
                    <a:lnTo>
                      <a:pt x="444" y="693"/>
                    </a:lnTo>
                    <a:lnTo>
                      <a:pt x="444" y="887"/>
                    </a:lnTo>
                    <a:cubicBezTo>
                      <a:pt x="444" y="887"/>
                      <a:pt x="472" y="915"/>
                      <a:pt x="472" y="915"/>
                    </a:cubicBezTo>
                    <a:lnTo>
                      <a:pt x="555" y="915"/>
                    </a:lnTo>
                    <a:cubicBezTo>
                      <a:pt x="583" y="915"/>
                      <a:pt x="583" y="887"/>
                      <a:pt x="583" y="887"/>
                    </a:cubicBezTo>
                    <a:lnTo>
                      <a:pt x="583" y="693"/>
                    </a:lnTo>
                    <a:lnTo>
                      <a:pt x="721" y="693"/>
                    </a:lnTo>
                    <a:cubicBezTo>
                      <a:pt x="721" y="693"/>
                      <a:pt x="721" y="666"/>
                      <a:pt x="721" y="666"/>
                    </a:cubicBezTo>
                    <a:lnTo>
                      <a:pt x="721" y="610"/>
                    </a:lnTo>
                    <a:cubicBezTo>
                      <a:pt x="721" y="582"/>
                      <a:pt x="694" y="582"/>
                      <a:pt x="694" y="582"/>
                    </a:cubicBezTo>
                    <a:lnTo>
                      <a:pt x="583" y="582"/>
                    </a:lnTo>
                    <a:lnTo>
                      <a:pt x="583" y="28"/>
                    </a:lnTo>
                    <a:cubicBezTo>
                      <a:pt x="583" y="28"/>
                      <a:pt x="583" y="28"/>
                      <a:pt x="58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5" name="Google Shape;2585;p107"/>
              <p:cNvSpPr/>
              <p:nvPr/>
            </p:nvSpPr>
            <p:spPr>
              <a:xfrm>
                <a:off x="8323400" y="4150698"/>
                <a:ext cx="15950" cy="23600"/>
              </a:xfrm>
              <a:custGeom>
                <a:rect b="b" l="l" r="r" t="t"/>
                <a:pathLst>
                  <a:path extrusionOk="0" h="944" w="638">
                    <a:moveTo>
                      <a:pt x="111" y="1"/>
                    </a:moveTo>
                    <a:cubicBezTo>
                      <a:pt x="83" y="1"/>
                      <a:pt x="83" y="1"/>
                      <a:pt x="83" y="28"/>
                    </a:cubicBezTo>
                    <a:lnTo>
                      <a:pt x="28" y="472"/>
                    </a:lnTo>
                    <a:cubicBezTo>
                      <a:pt x="28" y="472"/>
                      <a:pt x="28" y="472"/>
                      <a:pt x="28" y="500"/>
                    </a:cubicBezTo>
                    <a:lnTo>
                      <a:pt x="139" y="500"/>
                    </a:lnTo>
                    <a:cubicBezTo>
                      <a:pt x="167" y="500"/>
                      <a:pt x="167" y="472"/>
                      <a:pt x="167" y="472"/>
                    </a:cubicBezTo>
                    <a:cubicBezTo>
                      <a:pt x="194" y="472"/>
                      <a:pt x="222" y="444"/>
                      <a:pt x="250" y="444"/>
                    </a:cubicBezTo>
                    <a:cubicBezTo>
                      <a:pt x="250" y="444"/>
                      <a:pt x="278" y="417"/>
                      <a:pt x="305" y="417"/>
                    </a:cubicBezTo>
                    <a:cubicBezTo>
                      <a:pt x="361" y="417"/>
                      <a:pt x="416" y="444"/>
                      <a:pt x="472" y="472"/>
                    </a:cubicBezTo>
                    <a:cubicBezTo>
                      <a:pt x="499" y="528"/>
                      <a:pt x="527" y="555"/>
                      <a:pt x="527" y="611"/>
                    </a:cubicBezTo>
                    <a:cubicBezTo>
                      <a:pt x="527" y="694"/>
                      <a:pt x="499" y="722"/>
                      <a:pt x="472" y="777"/>
                    </a:cubicBezTo>
                    <a:cubicBezTo>
                      <a:pt x="416" y="805"/>
                      <a:pt x="361" y="833"/>
                      <a:pt x="305" y="833"/>
                    </a:cubicBezTo>
                    <a:cubicBezTo>
                      <a:pt x="278" y="833"/>
                      <a:pt x="222" y="805"/>
                      <a:pt x="194" y="777"/>
                    </a:cubicBezTo>
                    <a:cubicBezTo>
                      <a:pt x="167" y="777"/>
                      <a:pt x="139" y="722"/>
                      <a:pt x="111" y="694"/>
                    </a:cubicBezTo>
                    <a:cubicBezTo>
                      <a:pt x="111" y="666"/>
                      <a:pt x="111" y="666"/>
                      <a:pt x="83" y="666"/>
                    </a:cubicBezTo>
                    <a:lnTo>
                      <a:pt x="0" y="666"/>
                    </a:lnTo>
                    <a:lnTo>
                      <a:pt x="0" y="694"/>
                    </a:lnTo>
                    <a:cubicBezTo>
                      <a:pt x="0" y="722"/>
                      <a:pt x="0" y="777"/>
                      <a:pt x="28" y="805"/>
                    </a:cubicBezTo>
                    <a:cubicBezTo>
                      <a:pt x="56" y="833"/>
                      <a:pt x="83" y="860"/>
                      <a:pt x="139" y="888"/>
                    </a:cubicBezTo>
                    <a:cubicBezTo>
                      <a:pt x="194" y="916"/>
                      <a:pt x="250" y="943"/>
                      <a:pt x="305" y="943"/>
                    </a:cubicBezTo>
                    <a:cubicBezTo>
                      <a:pt x="388" y="943"/>
                      <a:pt x="444" y="916"/>
                      <a:pt x="472" y="888"/>
                    </a:cubicBezTo>
                    <a:cubicBezTo>
                      <a:pt x="527" y="860"/>
                      <a:pt x="582" y="833"/>
                      <a:pt x="610" y="777"/>
                    </a:cubicBezTo>
                    <a:cubicBezTo>
                      <a:pt x="638" y="749"/>
                      <a:pt x="638" y="694"/>
                      <a:pt x="638" y="611"/>
                    </a:cubicBezTo>
                    <a:cubicBezTo>
                      <a:pt x="638" y="555"/>
                      <a:pt x="638" y="500"/>
                      <a:pt x="610" y="472"/>
                    </a:cubicBezTo>
                    <a:cubicBezTo>
                      <a:pt x="582" y="417"/>
                      <a:pt x="527" y="389"/>
                      <a:pt x="499" y="361"/>
                    </a:cubicBezTo>
                    <a:cubicBezTo>
                      <a:pt x="444" y="333"/>
                      <a:pt x="388" y="333"/>
                      <a:pt x="333" y="333"/>
                    </a:cubicBezTo>
                    <a:cubicBezTo>
                      <a:pt x="250" y="333"/>
                      <a:pt x="194" y="333"/>
                      <a:pt x="167" y="361"/>
                    </a:cubicBezTo>
                    <a:lnTo>
                      <a:pt x="194" y="112"/>
                    </a:lnTo>
                    <a:lnTo>
                      <a:pt x="582" y="112"/>
                    </a:lnTo>
                    <a:cubicBezTo>
                      <a:pt x="582" y="84"/>
                      <a:pt x="582" y="84"/>
                      <a:pt x="582" y="84"/>
                    </a:cubicBezTo>
                    <a:lnTo>
                      <a:pt x="582" y="28"/>
                    </a:lnTo>
                    <a:cubicBezTo>
                      <a:pt x="582" y="28"/>
                      <a:pt x="582" y="1"/>
                      <a:pt x="5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6" name="Google Shape;2586;p107"/>
              <p:cNvSpPr/>
              <p:nvPr/>
            </p:nvSpPr>
            <p:spPr>
              <a:xfrm>
                <a:off x="8322700" y="4545963"/>
                <a:ext cx="16650" cy="22900"/>
              </a:xfrm>
              <a:custGeom>
                <a:rect b="b" l="l" r="r" t="t"/>
                <a:pathLst>
                  <a:path extrusionOk="0" h="916" w="666">
                    <a:moveTo>
                      <a:pt x="333" y="416"/>
                    </a:moveTo>
                    <a:cubicBezTo>
                      <a:pt x="361" y="416"/>
                      <a:pt x="416" y="416"/>
                      <a:pt x="444" y="444"/>
                    </a:cubicBezTo>
                    <a:cubicBezTo>
                      <a:pt x="472" y="444"/>
                      <a:pt x="499" y="472"/>
                      <a:pt x="527" y="499"/>
                    </a:cubicBezTo>
                    <a:cubicBezTo>
                      <a:pt x="527" y="527"/>
                      <a:pt x="555" y="583"/>
                      <a:pt x="555" y="610"/>
                    </a:cubicBezTo>
                    <a:cubicBezTo>
                      <a:pt x="555" y="666"/>
                      <a:pt x="527" y="694"/>
                      <a:pt x="527" y="721"/>
                    </a:cubicBezTo>
                    <a:cubicBezTo>
                      <a:pt x="499" y="749"/>
                      <a:pt x="472" y="777"/>
                      <a:pt x="444" y="804"/>
                    </a:cubicBezTo>
                    <a:cubicBezTo>
                      <a:pt x="416" y="804"/>
                      <a:pt x="361" y="832"/>
                      <a:pt x="333" y="832"/>
                    </a:cubicBezTo>
                    <a:cubicBezTo>
                      <a:pt x="305" y="832"/>
                      <a:pt x="250" y="804"/>
                      <a:pt x="222" y="804"/>
                    </a:cubicBezTo>
                    <a:cubicBezTo>
                      <a:pt x="194" y="777"/>
                      <a:pt x="167" y="749"/>
                      <a:pt x="139" y="721"/>
                    </a:cubicBezTo>
                    <a:cubicBezTo>
                      <a:pt x="139" y="694"/>
                      <a:pt x="111" y="666"/>
                      <a:pt x="111" y="610"/>
                    </a:cubicBezTo>
                    <a:cubicBezTo>
                      <a:pt x="111" y="583"/>
                      <a:pt x="139" y="527"/>
                      <a:pt x="139" y="499"/>
                    </a:cubicBezTo>
                    <a:cubicBezTo>
                      <a:pt x="167" y="472"/>
                      <a:pt x="194" y="444"/>
                      <a:pt x="222" y="444"/>
                    </a:cubicBezTo>
                    <a:cubicBezTo>
                      <a:pt x="250" y="416"/>
                      <a:pt x="305" y="416"/>
                      <a:pt x="333" y="416"/>
                    </a:cubicBezTo>
                    <a:close/>
                    <a:moveTo>
                      <a:pt x="333" y="0"/>
                    </a:moveTo>
                    <a:cubicBezTo>
                      <a:pt x="333" y="28"/>
                      <a:pt x="333" y="28"/>
                      <a:pt x="333" y="28"/>
                    </a:cubicBezTo>
                    <a:lnTo>
                      <a:pt x="83" y="361"/>
                    </a:lnTo>
                    <a:cubicBezTo>
                      <a:pt x="28" y="444"/>
                      <a:pt x="0" y="527"/>
                      <a:pt x="0" y="610"/>
                    </a:cubicBezTo>
                    <a:cubicBezTo>
                      <a:pt x="0" y="666"/>
                      <a:pt x="0" y="721"/>
                      <a:pt x="28" y="777"/>
                    </a:cubicBezTo>
                    <a:cubicBezTo>
                      <a:pt x="56" y="832"/>
                      <a:pt x="111" y="860"/>
                      <a:pt x="139" y="888"/>
                    </a:cubicBezTo>
                    <a:cubicBezTo>
                      <a:pt x="194" y="915"/>
                      <a:pt x="278" y="915"/>
                      <a:pt x="333" y="915"/>
                    </a:cubicBezTo>
                    <a:cubicBezTo>
                      <a:pt x="416" y="915"/>
                      <a:pt x="472" y="915"/>
                      <a:pt x="527" y="888"/>
                    </a:cubicBezTo>
                    <a:cubicBezTo>
                      <a:pt x="555" y="860"/>
                      <a:pt x="610" y="804"/>
                      <a:pt x="638" y="777"/>
                    </a:cubicBezTo>
                    <a:cubicBezTo>
                      <a:pt x="666" y="721"/>
                      <a:pt x="666" y="666"/>
                      <a:pt x="666" y="610"/>
                    </a:cubicBezTo>
                    <a:cubicBezTo>
                      <a:pt x="666" y="555"/>
                      <a:pt x="666" y="499"/>
                      <a:pt x="638" y="472"/>
                    </a:cubicBezTo>
                    <a:cubicBezTo>
                      <a:pt x="610" y="416"/>
                      <a:pt x="555" y="361"/>
                      <a:pt x="527" y="333"/>
                    </a:cubicBezTo>
                    <a:cubicBezTo>
                      <a:pt x="472" y="305"/>
                      <a:pt x="416" y="305"/>
                      <a:pt x="361" y="305"/>
                    </a:cubicBezTo>
                    <a:lnTo>
                      <a:pt x="278" y="305"/>
                    </a:lnTo>
                    <a:lnTo>
                      <a:pt x="472" y="28"/>
                    </a:lnTo>
                    <a:cubicBezTo>
                      <a:pt x="472" y="28"/>
                      <a:pt x="472" y="0"/>
                      <a:pt x="4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87" name="Google Shape;2587;p107"/>
            <p:cNvGrpSpPr/>
            <p:nvPr/>
          </p:nvGrpSpPr>
          <p:grpSpPr>
            <a:xfrm>
              <a:off x="5614975" y="4609225"/>
              <a:ext cx="2597125" cy="40925"/>
              <a:chOff x="5614975" y="4609225"/>
              <a:chExt cx="2597125" cy="40925"/>
            </a:xfrm>
          </p:grpSpPr>
          <p:sp>
            <p:nvSpPr>
              <p:cNvPr id="2588" name="Google Shape;2588;p107"/>
              <p:cNvSpPr/>
              <p:nvPr/>
            </p:nvSpPr>
            <p:spPr>
              <a:xfrm>
                <a:off x="5614975" y="4632100"/>
                <a:ext cx="24974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8" y="222"/>
                      <a:pt x="915" y="277"/>
                      <a:pt x="915" y="361"/>
                    </a:cubicBezTo>
                    <a:cubicBezTo>
                      <a:pt x="915" y="416"/>
                      <a:pt x="888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9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1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1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9" y="555"/>
                      <a:pt x="1026" y="472"/>
                      <a:pt x="1026" y="361"/>
                    </a:cubicBezTo>
                    <a:cubicBezTo>
                      <a:pt x="1026" y="222"/>
                      <a:pt x="999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9" name="Google Shape;2589;p107"/>
              <p:cNvSpPr/>
              <p:nvPr/>
            </p:nvSpPr>
            <p:spPr>
              <a:xfrm>
                <a:off x="5615656" y="4617525"/>
                <a:ext cx="23612" cy="11125"/>
              </a:xfrm>
              <a:custGeom>
                <a:rect b="b" l="l" r="r" t="t"/>
                <a:pathLst>
                  <a:path extrusionOk="0" h="445" w="971">
                    <a:moveTo>
                      <a:pt x="0" y="1"/>
                    </a:moveTo>
                    <a:cubicBezTo>
                      <a:pt x="0" y="1"/>
                      <a:pt x="0" y="29"/>
                      <a:pt x="0" y="29"/>
                    </a:cubicBezTo>
                    <a:lnTo>
                      <a:pt x="0" y="84"/>
                    </a:lnTo>
                    <a:cubicBezTo>
                      <a:pt x="0" y="112"/>
                      <a:pt x="0" y="112"/>
                      <a:pt x="0" y="140"/>
                    </a:cubicBezTo>
                    <a:lnTo>
                      <a:pt x="250" y="445"/>
                    </a:lnTo>
                    <a:lnTo>
                      <a:pt x="278" y="445"/>
                    </a:lnTo>
                    <a:lnTo>
                      <a:pt x="333" y="417"/>
                    </a:lnTo>
                    <a:cubicBezTo>
                      <a:pt x="333" y="417"/>
                      <a:pt x="333" y="389"/>
                      <a:pt x="333" y="389"/>
                    </a:cubicBezTo>
                    <a:cubicBezTo>
                      <a:pt x="333" y="389"/>
                      <a:pt x="333" y="361"/>
                      <a:pt x="333" y="361"/>
                    </a:cubicBezTo>
                    <a:lnTo>
                      <a:pt x="139" y="140"/>
                    </a:lnTo>
                    <a:lnTo>
                      <a:pt x="943" y="140"/>
                    </a:lnTo>
                    <a:cubicBezTo>
                      <a:pt x="971" y="140"/>
                      <a:pt x="971" y="140"/>
                      <a:pt x="971" y="112"/>
                    </a:cubicBezTo>
                    <a:lnTo>
                      <a:pt x="971" y="29"/>
                    </a:lnTo>
                    <a:cubicBezTo>
                      <a:pt x="971" y="29"/>
                      <a:pt x="971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0" name="Google Shape;2590;p107"/>
              <p:cNvSpPr/>
              <p:nvPr/>
            </p:nvSpPr>
            <p:spPr>
              <a:xfrm>
                <a:off x="6128984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2" y="139"/>
                      <a:pt x="805" y="167"/>
                      <a:pt x="833" y="194"/>
                    </a:cubicBezTo>
                    <a:cubicBezTo>
                      <a:pt x="888" y="222"/>
                      <a:pt x="916" y="277"/>
                      <a:pt x="916" y="361"/>
                    </a:cubicBezTo>
                    <a:cubicBezTo>
                      <a:pt x="916" y="416"/>
                      <a:pt x="888" y="472"/>
                      <a:pt x="833" y="527"/>
                    </a:cubicBezTo>
                    <a:cubicBezTo>
                      <a:pt x="805" y="555"/>
                      <a:pt x="722" y="582"/>
                      <a:pt x="638" y="582"/>
                    </a:cubicBezTo>
                    <a:lnTo>
                      <a:pt x="417" y="582"/>
                    </a:lnTo>
                    <a:cubicBezTo>
                      <a:pt x="306" y="582"/>
                      <a:pt x="250" y="555"/>
                      <a:pt x="195" y="527"/>
                    </a:cubicBezTo>
                    <a:cubicBezTo>
                      <a:pt x="139" y="472"/>
                      <a:pt x="139" y="416"/>
                      <a:pt x="139" y="361"/>
                    </a:cubicBezTo>
                    <a:cubicBezTo>
                      <a:pt x="139" y="277"/>
                      <a:pt x="139" y="222"/>
                      <a:pt x="195" y="194"/>
                    </a:cubicBezTo>
                    <a:cubicBezTo>
                      <a:pt x="250" y="167"/>
                      <a:pt x="306" y="139"/>
                      <a:pt x="417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95" y="28"/>
                      <a:pt x="112" y="83"/>
                    </a:cubicBezTo>
                    <a:cubicBezTo>
                      <a:pt x="56" y="139"/>
                      <a:pt x="1" y="222"/>
                      <a:pt x="1" y="361"/>
                    </a:cubicBezTo>
                    <a:cubicBezTo>
                      <a:pt x="1" y="472"/>
                      <a:pt x="56" y="555"/>
                      <a:pt x="112" y="610"/>
                    </a:cubicBezTo>
                    <a:cubicBezTo>
                      <a:pt x="195" y="666"/>
                      <a:pt x="278" y="721"/>
                      <a:pt x="389" y="721"/>
                    </a:cubicBezTo>
                    <a:lnTo>
                      <a:pt x="638" y="721"/>
                    </a:lnTo>
                    <a:cubicBezTo>
                      <a:pt x="749" y="693"/>
                      <a:pt x="860" y="666"/>
                      <a:pt x="916" y="610"/>
                    </a:cubicBezTo>
                    <a:cubicBezTo>
                      <a:pt x="999" y="555"/>
                      <a:pt x="1027" y="472"/>
                      <a:pt x="1027" y="361"/>
                    </a:cubicBezTo>
                    <a:cubicBezTo>
                      <a:pt x="1027" y="222"/>
                      <a:pt x="999" y="139"/>
                      <a:pt x="916" y="83"/>
                    </a:cubicBezTo>
                    <a:cubicBezTo>
                      <a:pt x="860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1" name="Google Shape;2591;p107"/>
              <p:cNvSpPr/>
              <p:nvPr/>
            </p:nvSpPr>
            <p:spPr>
              <a:xfrm>
                <a:off x="6128575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943" y="1"/>
                    </a:moveTo>
                    <a:cubicBezTo>
                      <a:pt x="916" y="1"/>
                      <a:pt x="916" y="28"/>
                      <a:pt x="916" y="28"/>
                    </a:cubicBezTo>
                    <a:cubicBezTo>
                      <a:pt x="888" y="28"/>
                      <a:pt x="888" y="28"/>
                      <a:pt x="888" y="56"/>
                    </a:cubicBezTo>
                    <a:lnTo>
                      <a:pt x="888" y="500"/>
                    </a:lnTo>
                    <a:lnTo>
                      <a:pt x="611" y="222"/>
                    </a:lnTo>
                    <a:cubicBezTo>
                      <a:pt x="555" y="139"/>
                      <a:pt x="500" y="112"/>
                      <a:pt x="472" y="84"/>
                    </a:cubicBezTo>
                    <a:cubicBezTo>
                      <a:pt x="417" y="56"/>
                      <a:pt x="361" y="28"/>
                      <a:pt x="306" y="28"/>
                    </a:cubicBezTo>
                    <a:cubicBezTo>
                      <a:pt x="223" y="28"/>
                      <a:pt x="139" y="56"/>
                      <a:pt x="84" y="112"/>
                    </a:cubicBezTo>
                    <a:cubicBezTo>
                      <a:pt x="29" y="167"/>
                      <a:pt x="1" y="250"/>
                      <a:pt x="1" y="361"/>
                    </a:cubicBezTo>
                    <a:cubicBezTo>
                      <a:pt x="1" y="417"/>
                      <a:pt x="29" y="472"/>
                      <a:pt x="56" y="527"/>
                    </a:cubicBezTo>
                    <a:cubicBezTo>
                      <a:pt x="84" y="583"/>
                      <a:pt x="112" y="611"/>
                      <a:pt x="167" y="638"/>
                    </a:cubicBezTo>
                    <a:cubicBezTo>
                      <a:pt x="223" y="666"/>
                      <a:pt x="278" y="666"/>
                      <a:pt x="306" y="694"/>
                    </a:cubicBezTo>
                    <a:cubicBezTo>
                      <a:pt x="333" y="694"/>
                      <a:pt x="333" y="666"/>
                      <a:pt x="333" y="666"/>
                    </a:cubicBezTo>
                    <a:cubicBezTo>
                      <a:pt x="333" y="666"/>
                      <a:pt x="333" y="666"/>
                      <a:pt x="333" y="638"/>
                    </a:cubicBezTo>
                    <a:lnTo>
                      <a:pt x="333" y="583"/>
                    </a:lnTo>
                    <a:cubicBezTo>
                      <a:pt x="333" y="583"/>
                      <a:pt x="333" y="555"/>
                      <a:pt x="333" y="555"/>
                    </a:cubicBezTo>
                    <a:lnTo>
                      <a:pt x="306" y="555"/>
                    </a:lnTo>
                    <a:cubicBezTo>
                      <a:pt x="250" y="527"/>
                      <a:pt x="223" y="527"/>
                      <a:pt x="167" y="472"/>
                    </a:cubicBezTo>
                    <a:cubicBezTo>
                      <a:pt x="139" y="444"/>
                      <a:pt x="139" y="417"/>
                      <a:pt x="139" y="361"/>
                    </a:cubicBezTo>
                    <a:cubicBezTo>
                      <a:pt x="139" y="306"/>
                      <a:pt x="139" y="250"/>
                      <a:pt x="167" y="222"/>
                    </a:cubicBezTo>
                    <a:cubicBezTo>
                      <a:pt x="195" y="195"/>
                      <a:pt x="250" y="167"/>
                      <a:pt x="306" y="167"/>
                    </a:cubicBezTo>
                    <a:cubicBezTo>
                      <a:pt x="361" y="167"/>
                      <a:pt x="389" y="195"/>
                      <a:pt x="417" y="195"/>
                    </a:cubicBezTo>
                    <a:cubicBezTo>
                      <a:pt x="472" y="222"/>
                      <a:pt x="500" y="278"/>
                      <a:pt x="583" y="361"/>
                    </a:cubicBezTo>
                    <a:lnTo>
                      <a:pt x="888" y="666"/>
                    </a:lnTo>
                    <a:cubicBezTo>
                      <a:pt x="888" y="694"/>
                      <a:pt x="916" y="694"/>
                      <a:pt x="943" y="694"/>
                    </a:cubicBezTo>
                    <a:lnTo>
                      <a:pt x="999" y="694"/>
                    </a:lnTo>
                    <a:cubicBezTo>
                      <a:pt x="1027" y="694"/>
                      <a:pt x="1027" y="666"/>
                      <a:pt x="1027" y="666"/>
                    </a:cubicBezTo>
                    <a:lnTo>
                      <a:pt x="1027" y="56"/>
                    </a:lnTo>
                    <a:cubicBezTo>
                      <a:pt x="1027" y="28"/>
                      <a:pt x="1027" y="28"/>
                      <a:pt x="999" y="28"/>
                    </a:cubicBezTo>
                    <a:cubicBezTo>
                      <a:pt x="999" y="28"/>
                      <a:pt x="999" y="1"/>
                      <a:pt x="971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2" name="Google Shape;2592;p107"/>
              <p:cNvSpPr/>
              <p:nvPr/>
            </p:nvSpPr>
            <p:spPr>
              <a:xfrm>
                <a:off x="6643694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0" y="139"/>
                    </a:moveTo>
                    <a:cubicBezTo>
                      <a:pt x="693" y="139"/>
                      <a:pt x="776" y="167"/>
                      <a:pt x="804" y="194"/>
                    </a:cubicBezTo>
                    <a:cubicBezTo>
                      <a:pt x="860" y="222"/>
                      <a:pt x="887" y="277"/>
                      <a:pt x="887" y="361"/>
                    </a:cubicBezTo>
                    <a:cubicBezTo>
                      <a:pt x="887" y="416"/>
                      <a:pt x="860" y="472"/>
                      <a:pt x="804" y="527"/>
                    </a:cubicBezTo>
                    <a:cubicBezTo>
                      <a:pt x="776" y="555"/>
                      <a:pt x="693" y="582"/>
                      <a:pt x="610" y="582"/>
                    </a:cubicBezTo>
                    <a:lnTo>
                      <a:pt x="388" y="582"/>
                    </a:lnTo>
                    <a:cubicBezTo>
                      <a:pt x="305" y="582"/>
                      <a:pt x="222" y="555"/>
                      <a:pt x="166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66" y="194"/>
                    </a:cubicBezTo>
                    <a:cubicBezTo>
                      <a:pt x="222" y="167"/>
                      <a:pt x="305" y="139"/>
                      <a:pt x="388" y="139"/>
                    </a:cubicBezTo>
                    <a:close/>
                    <a:moveTo>
                      <a:pt x="361" y="0"/>
                    </a:moveTo>
                    <a:cubicBezTo>
                      <a:pt x="250" y="0"/>
                      <a:pt x="166" y="28"/>
                      <a:pt x="83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83" y="610"/>
                    </a:cubicBezTo>
                    <a:cubicBezTo>
                      <a:pt x="166" y="666"/>
                      <a:pt x="250" y="721"/>
                      <a:pt x="361" y="721"/>
                    </a:cubicBezTo>
                    <a:lnTo>
                      <a:pt x="610" y="721"/>
                    </a:lnTo>
                    <a:cubicBezTo>
                      <a:pt x="721" y="693"/>
                      <a:pt x="832" y="666"/>
                      <a:pt x="887" y="610"/>
                    </a:cubicBezTo>
                    <a:cubicBezTo>
                      <a:pt x="971" y="555"/>
                      <a:pt x="998" y="472"/>
                      <a:pt x="998" y="361"/>
                    </a:cubicBezTo>
                    <a:cubicBezTo>
                      <a:pt x="998" y="222"/>
                      <a:pt x="971" y="139"/>
                      <a:pt x="887" y="83"/>
                    </a:cubicBezTo>
                    <a:cubicBezTo>
                      <a:pt x="832" y="28"/>
                      <a:pt x="721" y="0"/>
                      <a:pt x="61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3" name="Google Shape;2593;p107"/>
              <p:cNvSpPr/>
              <p:nvPr/>
            </p:nvSpPr>
            <p:spPr>
              <a:xfrm>
                <a:off x="6643556" y="4611300"/>
                <a:ext cx="24975" cy="17350"/>
              </a:xfrm>
              <a:custGeom>
                <a:rect b="b" l="l" r="r" t="t"/>
                <a:pathLst>
                  <a:path extrusionOk="0" h="694" w="999">
                    <a:moveTo>
                      <a:pt x="693" y="1"/>
                    </a:moveTo>
                    <a:cubicBezTo>
                      <a:pt x="610" y="1"/>
                      <a:pt x="555" y="28"/>
                      <a:pt x="499" y="84"/>
                    </a:cubicBezTo>
                    <a:cubicBezTo>
                      <a:pt x="444" y="139"/>
                      <a:pt x="416" y="195"/>
                      <a:pt x="416" y="306"/>
                    </a:cubicBezTo>
                    <a:lnTo>
                      <a:pt x="416" y="333"/>
                    </a:lnTo>
                    <a:lnTo>
                      <a:pt x="111" y="56"/>
                    </a:lnTo>
                    <a:cubicBezTo>
                      <a:pt x="111" y="28"/>
                      <a:pt x="83" y="28"/>
                      <a:pt x="83" y="28"/>
                    </a:cubicBezTo>
                    <a:lnTo>
                      <a:pt x="28" y="28"/>
                    </a:lnTo>
                    <a:cubicBezTo>
                      <a:pt x="28" y="28"/>
                      <a:pt x="28" y="28"/>
                      <a:pt x="0" y="56"/>
                    </a:cubicBezTo>
                    <a:lnTo>
                      <a:pt x="0" y="638"/>
                    </a:lnTo>
                    <a:cubicBezTo>
                      <a:pt x="28" y="666"/>
                      <a:pt x="28" y="666"/>
                      <a:pt x="28" y="666"/>
                    </a:cubicBezTo>
                    <a:lnTo>
                      <a:pt x="83" y="666"/>
                    </a:lnTo>
                    <a:cubicBezTo>
                      <a:pt x="83" y="666"/>
                      <a:pt x="111" y="666"/>
                      <a:pt x="111" y="638"/>
                    </a:cubicBezTo>
                    <a:lnTo>
                      <a:pt x="111" y="195"/>
                    </a:lnTo>
                    <a:lnTo>
                      <a:pt x="416" y="472"/>
                    </a:lnTo>
                    <a:cubicBezTo>
                      <a:pt x="444" y="500"/>
                      <a:pt x="444" y="500"/>
                      <a:pt x="471" y="500"/>
                    </a:cubicBezTo>
                    <a:lnTo>
                      <a:pt x="527" y="500"/>
                    </a:lnTo>
                    <a:cubicBezTo>
                      <a:pt x="527" y="472"/>
                      <a:pt x="527" y="472"/>
                      <a:pt x="527" y="472"/>
                    </a:cubicBezTo>
                    <a:lnTo>
                      <a:pt x="527" y="333"/>
                    </a:lnTo>
                    <a:cubicBezTo>
                      <a:pt x="527" y="195"/>
                      <a:pt x="582" y="112"/>
                      <a:pt x="693" y="112"/>
                    </a:cubicBezTo>
                    <a:cubicBezTo>
                      <a:pt x="749" y="112"/>
                      <a:pt x="804" y="139"/>
                      <a:pt x="832" y="195"/>
                    </a:cubicBezTo>
                    <a:cubicBezTo>
                      <a:pt x="860" y="222"/>
                      <a:pt x="887" y="278"/>
                      <a:pt x="887" y="333"/>
                    </a:cubicBezTo>
                    <a:cubicBezTo>
                      <a:pt x="887" y="389"/>
                      <a:pt x="887" y="444"/>
                      <a:pt x="860" y="500"/>
                    </a:cubicBezTo>
                    <a:cubicBezTo>
                      <a:pt x="832" y="527"/>
                      <a:pt x="804" y="555"/>
                      <a:pt x="749" y="583"/>
                    </a:cubicBezTo>
                    <a:lnTo>
                      <a:pt x="721" y="583"/>
                    </a:lnTo>
                    <a:cubicBezTo>
                      <a:pt x="721" y="583"/>
                      <a:pt x="721" y="611"/>
                      <a:pt x="721" y="611"/>
                    </a:cubicBezTo>
                    <a:lnTo>
                      <a:pt x="721" y="666"/>
                    </a:lnTo>
                    <a:cubicBezTo>
                      <a:pt x="721" y="694"/>
                      <a:pt x="721" y="694"/>
                      <a:pt x="749" y="694"/>
                    </a:cubicBezTo>
                    <a:cubicBezTo>
                      <a:pt x="804" y="694"/>
                      <a:pt x="832" y="694"/>
                      <a:pt x="887" y="666"/>
                    </a:cubicBezTo>
                    <a:cubicBezTo>
                      <a:pt x="915" y="638"/>
                      <a:pt x="943" y="583"/>
                      <a:pt x="971" y="527"/>
                    </a:cubicBezTo>
                    <a:cubicBezTo>
                      <a:pt x="998" y="472"/>
                      <a:pt x="998" y="417"/>
                      <a:pt x="998" y="333"/>
                    </a:cubicBezTo>
                    <a:cubicBezTo>
                      <a:pt x="998" y="278"/>
                      <a:pt x="998" y="222"/>
                      <a:pt x="971" y="167"/>
                    </a:cubicBezTo>
                    <a:cubicBezTo>
                      <a:pt x="943" y="112"/>
                      <a:pt x="915" y="56"/>
                      <a:pt x="860" y="28"/>
                    </a:cubicBezTo>
                    <a:cubicBezTo>
                      <a:pt x="832" y="1"/>
                      <a:pt x="776" y="1"/>
                      <a:pt x="6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4" name="Google Shape;2594;p107"/>
              <p:cNvSpPr/>
              <p:nvPr/>
            </p:nvSpPr>
            <p:spPr>
              <a:xfrm>
                <a:off x="7157705" y="4632100"/>
                <a:ext cx="24975" cy="18050"/>
              </a:xfrm>
              <a:custGeom>
                <a:rect b="b" l="l" r="r" t="t"/>
                <a:pathLst>
                  <a:path extrusionOk="0" h="722" w="999">
                    <a:moveTo>
                      <a:pt x="611" y="139"/>
                    </a:moveTo>
                    <a:cubicBezTo>
                      <a:pt x="694" y="139"/>
                      <a:pt x="777" y="167"/>
                      <a:pt x="833" y="194"/>
                    </a:cubicBezTo>
                    <a:cubicBezTo>
                      <a:pt x="860" y="222"/>
                      <a:pt x="888" y="277"/>
                      <a:pt x="888" y="361"/>
                    </a:cubicBezTo>
                    <a:cubicBezTo>
                      <a:pt x="888" y="416"/>
                      <a:pt x="860" y="472"/>
                      <a:pt x="833" y="527"/>
                    </a:cubicBezTo>
                    <a:cubicBezTo>
                      <a:pt x="777" y="555"/>
                      <a:pt x="694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67" y="527"/>
                    </a:cubicBezTo>
                    <a:cubicBezTo>
                      <a:pt x="139" y="472"/>
                      <a:pt x="112" y="416"/>
                      <a:pt x="112" y="361"/>
                    </a:cubicBezTo>
                    <a:cubicBezTo>
                      <a:pt x="112" y="277"/>
                      <a:pt x="139" y="222"/>
                      <a:pt x="167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50" y="0"/>
                      <a:pt x="167" y="28"/>
                      <a:pt x="112" y="83"/>
                    </a:cubicBezTo>
                    <a:cubicBezTo>
                      <a:pt x="28" y="139"/>
                      <a:pt x="1" y="222"/>
                      <a:pt x="1" y="361"/>
                    </a:cubicBezTo>
                    <a:cubicBezTo>
                      <a:pt x="1" y="472"/>
                      <a:pt x="28" y="555"/>
                      <a:pt x="112" y="610"/>
                    </a:cubicBezTo>
                    <a:cubicBezTo>
                      <a:pt x="167" y="666"/>
                      <a:pt x="250" y="721"/>
                      <a:pt x="389" y="721"/>
                    </a:cubicBezTo>
                    <a:lnTo>
                      <a:pt x="611" y="721"/>
                    </a:lnTo>
                    <a:cubicBezTo>
                      <a:pt x="749" y="693"/>
                      <a:pt x="833" y="666"/>
                      <a:pt x="916" y="610"/>
                    </a:cubicBezTo>
                    <a:cubicBezTo>
                      <a:pt x="971" y="555"/>
                      <a:pt x="999" y="472"/>
                      <a:pt x="999" y="361"/>
                    </a:cubicBezTo>
                    <a:cubicBezTo>
                      <a:pt x="999" y="222"/>
                      <a:pt x="971" y="139"/>
                      <a:pt x="916" y="83"/>
                    </a:cubicBezTo>
                    <a:cubicBezTo>
                      <a:pt x="833" y="28"/>
                      <a:pt x="749" y="0"/>
                      <a:pt x="61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5" name="Google Shape;2595;p107"/>
              <p:cNvSpPr/>
              <p:nvPr/>
            </p:nvSpPr>
            <p:spPr>
              <a:xfrm>
                <a:off x="7157837" y="4609225"/>
                <a:ext cx="24975" cy="19425"/>
              </a:xfrm>
              <a:custGeom>
                <a:rect b="b" l="l" r="r" t="t"/>
                <a:pathLst>
                  <a:path extrusionOk="0" h="777" w="999">
                    <a:moveTo>
                      <a:pt x="638" y="277"/>
                    </a:moveTo>
                    <a:lnTo>
                      <a:pt x="638" y="638"/>
                    </a:lnTo>
                    <a:lnTo>
                      <a:pt x="139" y="277"/>
                    </a:lnTo>
                    <a:close/>
                    <a:moveTo>
                      <a:pt x="638" y="0"/>
                    </a:moveTo>
                    <a:cubicBezTo>
                      <a:pt x="638" y="0"/>
                      <a:pt x="638" y="28"/>
                      <a:pt x="638" y="28"/>
                    </a:cubicBezTo>
                    <a:lnTo>
                      <a:pt x="638" y="167"/>
                    </a:lnTo>
                    <a:lnTo>
                      <a:pt x="1" y="167"/>
                    </a:lnTo>
                    <a:cubicBezTo>
                      <a:pt x="1" y="167"/>
                      <a:pt x="1" y="167"/>
                      <a:pt x="1" y="194"/>
                    </a:cubicBezTo>
                    <a:lnTo>
                      <a:pt x="1" y="277"/>
                    </a:lnTo>
                    <a:cubicBezTo>
                      <a:pt x="1" y="305"/>
                      <a:pt x="1" y="305"/>
                      <a:pt x="1" y="305"/>
                    </a:cubicBezTo>
                    <a:cubicBezTo>
                      <a:pt x="28" y="333"/>
                      <a:pt x="28" y="333"/>
                      <a:pt x="28" y="333"/>
                    </a:cubicBezTo>
                    <a:lnTo>
                      <a:pt x="638" y="749"/>
                    </a:lnTo>
                    <a:cubicBezTo>
                      <a:pt x="638" y="777"/>
                      <a:pt x="666" y="777"/>
                      <a:pt x="666" y="777"/>
                    </a:cubicBezTo>
                    <a:lnTo>
                      <a:pt x="749" y="777"/>
                    </a:lnTo>
                    <a:cubicBezTo>
                      <a:pt x="749" y="749"/>
                      <a:pt x="749" y="749"/>
                      <a:pt x="749" y="749"/>
                    </a:cubicBezTo>
                    <a:lnTo>
                      <a:pt x="749" y="277"/>
                    </a:lnTo>
                    <a:lnTo>
                      <a:pt x="999" y="277"/>
                    </a:lnTo>
                    <a:cubicBezTo>
                      <a:pt x="999" y="277"/>
                      <a:pt x="999" y="250"/>
                      <a:pt x="999" y="250"/>
                    </a:cubicBezTo>
                    <a:lnTo>
                      <a:pt x="999" y="194"/>
                    </a:lnTo>
                    <a:cubicBezTo>
                      <a:pt x="999" y="167"/>
                      <a:pt x="999" y="167"/>
                      <a:pt x="999" y="167"/>
                    </a:cubicBezTo>
                    <a:lnTo>
                      <a:pt x="749" y="167"/>
                    </a:lnTo>
                    <a:lnTo>
                      <a:pt x="749" y="28"/>
                    </a:lnTo>
                    <a:cubicBezTo>
                      <a:pt x="749" y="28"/>
                      <a:pt x="749" y="0"/>
                      <a:pt x="74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6" name="Google Shape;2596;p107"/>
              <p:cNvSpPr/>
              <p:nvPr/>
            </p:nvSpPr>
            <p:spPr>
              <a:xfrm>
                <a:off x="767171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11" y="139"/>
                    </a:moveTo>
                    <a:cubicBezTo>
                      <a:pt x="722" y="139"/>
                      <a:pt x="777" y="167"/>
                      <a:pt x="833" y="194"/>
                    </a:cubicBezTo>
                    <a:cubicBezTo>
                      <a:pt x="888" y="222"/>
                      <a:pt x="888" y="277"/>
                      <a:pt x="888" y="361"/>
                    </a:cubicBezTo>
                    <a:cubicBezTo>
                      <a:pt x="888" y="416"/>
                      <a:pt x="888" y="472"/>
                      <a:pt x="833" y="527"/>
                    </a:cubicBezTo>
                    <a:cubicBezTo>
                      <a:pt x="777" y="555"/>
                      <a:pt x="722" y="582"/>
                      <a:pt x="611" y="582"/>
                    </a:cubicBezTo>
                    <a:lnTo>
                      <a:pt x="389" y="582"/>
                    </a:lnTo>
                    <a:cubicBezTo>
                      <a:pt x="306" y="582"/>
                      <a:pt x="223" y="555"/>
                      <a:pt x="195" y="527"/>
                    </a:cubicBezTo>
                    <a:cubicBezTo>
                      <a:pt x="140" y="472"/>
                      <a:pt x="112" y="416"/>
                      <a:pt x="112" y="361"/>
                    </a:cubicBezTo>
                    <a:cubicBezTo>
                      <a:pt x="112" y="277"/>
                      <a:pt x="140" y="222"/>
                      <a:pt x="195" y="194"/>
                    </a:cubicBezTo>
                    <a:cubicBezTo>
                      <a:pt x="223" y="167"/>
                      <a:pt x="306" y="139"/>
                      <a:pt x="389" y="139"/>
                    </a:cubicBezTo>
                    <a:close/>
                    <a:moveTo>
                      <a:pt x="389" y="0"/>
                    </a:moveTo>
                    <a:cubicBezTo>
                      <a:pt x="278" y="0"/>
                      <a:pt x="167" y="28"/>
                      <a:pt x="112" y="83"/>
                    </a:cubicBezTo>
                    <a:cubicBezTo>
                      <a:pt x="29" y="139"/>
                      <a:pt x="1" y="222"/>
                      <a:pt x="1" y="361"/>
                    </a:cubicBezTo>
                    <a:cubicBezTo>
                      <a:pt x="1" y="472"/>
                      <a:pt x="29" y="555"/>
                      <a:pt x="112" y="610"/>
                    </a:cubicBezTo>
                    <a:cubicBezTo>
                      <a:pt x="167" y="666"/>
                      <a:pt x="278" y="721"/>
                      <a:pt x="389" y="721"/>
                    </a:cubicBezTo>
                    <a:lnTo>
                      <a:pt x="639" y="721"/>
                    </a:lnTo>
                    <a:cubicBezTo>
                      <a:pt x="750" y="693"/>
                      <a:pt x="833" y="666"/>
                      <a:pt x="916" y="610"/>
                    </a:cubicBezTo>
                    <a:cubicBezTo>
                      <a:pt x="971" y="555"/>
                      <a:pt x="1027" y="472"/>
                      <a:pt x="1027" y="361"/>
                    </a:cubicBezTo>
                    <a:cubicBezTo>
                      <a:pt x="1027" y="222"/>
                      <a:pt x="971" y="139"/>
                      <a:pt x="916" y="83"/>
                    </a:cubicBezTo>
                    <a:cubicBezTo>
                      <a:pt x="833" y="28"/>
                      <a:pt x="750" y="0"/>
                      <a:pt x="63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7" name="Google Shape;2597;p107"/>
              <p:cNvSpPr/>
              <p:nvPr/>
            </p:nvSpPr>
            <p:spPr>
              <a:xfrm>
                <a:off x="7672119" y="4611300"/>
                <a:ext cx="25675" cy="17350"/>
              </a:xfrm>
              <a:custGeom>
                <a:rect b="b" l="l" r="r" t="t"/>
                <a:pathLst>
                  <a:path extrusionOk="0" h="694" w="1027">
                    <a:moveTo>
                      <a:pt x="694" y="1"/>
                    </a:moveTo>
                    <a:cubicBezTo>
                      <a:pt x="611" y="1"/>
                      <a:pt x="555" y="1"/>
                      <a:pt x="500" y="28"/>
                    </a:cubicBezTo>
                    <a:cubicBezTo>
                      <a:pt x="472" y="84"/>
                      <a:pt x="417" y="112"/>
                      <a:pt x="417" y="167"/>
                    </a:cubicBezTo>
                    <a:cubicBezTo>
                      <a:pt x="389" y="222"/>
                      <a:pt x="361" y="278"/>
                      <a:pt x="361" y="333"/>
                    </a:cubicBezTo>
                    <a:cubicBezTo>
                      <a:pt x="361" y="417"/>
                      <a:pt x="389" y="472"/>
                      <a:pt x="417" y="527"/>
                    </a:cubicBezTo>
                    <a:lnTo>
                      <a:pt x="140" y="500"/>
                    </a:lnTo>
                    <a:lnTo>
                      <a:pt x="140" y="84"/>
                    </a:lnTo>
                    <a:cubicBezTo>
                      <a:pt x="140" y="84"/>
                      <a:pt x="140" y="84"/>
                      <a:pt x="112" y="56"/>
                    </a:cubicBezTo>
                    <a:lnTo>
                      <a:pt x="29" y="56"/>
                    </a:lnTo>
                    <a:cubicBezTo>
                      <a:pt x="29" y="56"/>
                      <a:pt x="1" y="84"/>
                      <a:pt x="1" y="84"/>
                    </a:cubicBezTo>
                    <a:lnTo>
                      <a:pt x="1" y="583"/>
                    </a:lnTo>
                    <a:cubicBezTo>
                      <a:pt x="1" y="611"/>
                      <a:pt x="29" y="611"/>
                      <a:pt x="56" y="611"/>
                    </a:cubicBezTo>
                    <a:lnTo>
                      <a:pt x="528" y="666"/>
                    </a:lnTo>
                    <a:cubicBezTo>
                      <a:pt x="528" y="666"/>
                      <a:pt x="528" y="666"/>
                      <a:pt x="528" y="638"/>
                    </a:cubicBezTo>
                    <a:cubicBezTo>
                      <a:pt x="555" y="638"/>
                      <a:pt x="555" y="638"/>
                      <a:pt x="555" y="611"/>
                    </a:cubicBezTo>
                    <a:lnTo>
                      <a:pt x="555" y="555"/>
                    </a:lnTo>
                    <a:cubicBezTo>
                      <a:pt x="555" y="555"/>
                      <a:pt x="555" y="527"/>
                      <a:pt x="555" y="527"/>
                    </a:cubicBezTo>
                    <a:cubicBezTo>
                      <a:pt x="528" y="527"/>
                      <a:pt x="528" y="500"/>
                      <a:pt x="528" y="500"/>
                    </a:cubicBezTo>
                    <a:cubicBezTo>
                      <a:pt x="500" y="472"/>
                      <a:pt x="500" y="444"/>
                      <a:pt x="500" y="444"/>
                    </a:cubicBezTo>
                    <a:cubicBezTo>
                      <a:pt x="472" y="417"/>
                      <a:pt x="472" y="389"/>
                      <a:pt x="472" y="361"/>
                    </a:cubicBezTo>
                    <a:cubicBezTo>
                      <a:pt x="472" y="278"/>
                      <a:pt x="500" y="250"/>
                      <a:pt x="528" y="195"/>
                    </a:cubicBezTo>
                    <a:cubicBezTo>
                      <a:pt x="555" y="139"/>
                      <a:pt x="611" y="139"/>
                      <a:pt x="666" y="139"/>
                    </a:cubicBezTo>
                    <a:cubicBezTo>
                      <a:pt x="750" y="139"/>
                      <a:pt x="805" y="139"/>
                      <a:pt x="833" y="195"/>
                    </a:cubicBezTo>
                    <a:cubicBezTo>
                      <a:pt x="888" y="250"/>
                      <a:pt x="888" y="278"/>
                      <a:pt x="888" y="361"/>
                    </a:cubicBezTo>
                    <a:cubicBezTo>
                      <a:pt x="888" y="417"/>
                      <a:pt x="888" y="444"/>
                      <a:pt x="860" y="500"/>
                    </a:cubicBezTo>
                    <a:cubicBezTo>
                      <a:pt x="833" y="527"/>
                      <a:pt x="805" y="555"/>
                      <a:pt x="750" y="555"/>
                    </a:cubicBezTo>
                    <a:cubicBezTo>
                      <a:pt x="722" y="583"/>
                      <a:pt x="722" y="583"/>
                      <a:pt x="722" y="611"/>
                    </a:cubicBezTo>
                    <a:lnTo>
                      <a:pt x="722" y="666"/>
                    </a:lnTo>
                    <a:cubicBezTo>
                      <a:pt x="722" y="666"/>
                      <a:pt x="722" y="694"/>
                      <a:pt x="722" y="694"/>
                    </a:cubicBezTo>
                    <a:lnTo>
                      <a:pt x="750" y="694"/>
                    </a:lnTo>
                    <a:cubicBezTo>
                      <a:pt x="805" y="694"/>
                      <a:pt x="833" y="694"/>
                      <a:pt x="888" y="666"/>
                    </a:cubicBezTo>
                    <a:cubicBezTo>
                      <a:pt x="916" y="638"/>
                      <a:pt x="944" y="583"/>
                      <a:pt x="971" y="527"/>
                    </a:cubicBezTo>
                    <a:cubicBezTo>
                      <a:pt x="999" y="500"/>
                      <a:pt x="1027" y="417"/>
                      <a:pt x="1027" y="361"/>
                    </a:cubicBezTo>
                    <a:cubicBezTo>
                      <a:pt x="1027" y="278"/>
                      <a:pt x="999" y="222"/>
                      <a:pt x="971" y="167"/>
                    </a:cubicBezTo>
                    <a:cubicBezTo>
                      <a:pt x="944" y="112"/>
                      <a:pt x="916" y="84"/>
                      <a:pt x="860" y="28"/>
                    </a:cubicBezTo>
                    <a:cubicBezTo>
                      <a:pt x="805" y="1"/>
                      <a:pt x="750" y="1"/>
                      <a:pt x="694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8" name="Google Shape;2598;p107"/>
              <p:cNvSpPr/>
              <p:nvPr/>
            </p:nvSpPr>
            <p:spPr>
              <a:xfrm>
                <a:off x="8186425" y="4632100"/>
                <a:ext cx="25675" cy="18050"/>
              </a:xfrm>
              <a:custGeom>
                <a:rect b="b" l="l" r="r" t="t"/>
                <a:pathLst>
                  <a:path extrusionOk="0" h="722" w="1027">
                    <a:moveTo>
                      <a:pt x="638" y="139"/>
                    </a:moveTo>
                    <a:cubicBezTo>
                      <a:pt x="721" y="139"/>
                      <a:pt x="777" y="167"/>
                      <a:pt x="832" y="194"/>
                    </a:cubicBezTo>
                    <a:cubicBezTo>
                      <a:pt x="887" y="222"/>
                      <a:pt x="915" y="277"/>
                      <a:pt x="915" y="361"/>
                    </a:cubicBezTo>
                    <a:cubicBezTo>
                      <a:pt x="915" y="416"/>
                      <a:pt x="887" y="472"/>
                      <a:pt x="832" y="527"/>
                    </a:cubicBezTo>
                    <a:cubicBezTo>
                      <a:pt x="777" y="555"/>
                      <a:pt x="721" y="582"/>
                      <a:pt x="638" y="582"/>
                    </a:cubicBezTo>
                    <a:lnTo>
                      <a:pt x="388" y="582"/>
                    </a:lnTo>
                    <a:cubicBezTo>
                      <a:pt x="305" y="582"/>
                      <a:pt x="250" y="555"/>
                      <a:pt x="194" y="527"/>
                    </a:cubicBezTo>
                    <a:cubicBezTo>
                      <a:pt x="139" y="472"/>
                      <a:pt x="111" y="416"/>
                      <a:pt x="111" y="361"/>
                    </a:cubicBezTo>
                    <a:cubicBezTo>
                      <a:pt x="111" y="277"/>
                      <a:pt x="139" y="222"/>
                      <a:pt x="194" y="194"/>
                    </a:cubicBezTo>
                    <a:cubicBezTo>
                      <a:pt x="250" y="167"/>
                      <a:pt x="305" y="139"/>
                      <a:pt x="388" y="139"/>
                    </a:cubicBezTo>
                    <a:close/>
                    <a:moveTo>
                      <a:pt x="388" y="0"/>
                    </a:moveTo>
                    <a:cubicBezTo>
                      <a:pt x="277" y="0"/>
                      <a:pt x="194" y="28"/>
                      <a:pt x="111" y="83"/>
                    </a:cubicBezTo>
                    <a:cubicBezTo>
                      <a:pt x="28" y="139"/>
                      <a:pt x="0" y="222"/>
                      <a:pt x="0" y="361"/>
                    </a:cubicBezTo>
                    <a:cubicBezTo>
                      <a:pt x="0" y="472"/>
                      <a:pt x="28" y="555"/>
                      <a:pt x="111" y="610"/>
                    </a:cubicBezTo>
                    <a:cubicBezTo>
                      <a:pt x="194" y="666"/>
                      <a:pt x="277" y="721"/>
                      <a:pt x="388" y="721"/>
                    </a:cubicBezTo>
                    <a:lnTo>
                      <a:pt x="638" y="721"/>
                    </a:lnTo>
                    <a:cubicBezTo>
                      <a:pt x="749" y="693"/>
                      <a:pt x="832" y="666"/>
                      <a:pt x="915" y="610"/>
                    </a:cubicBezTo>
                    <a:cubicBezTo>
                      <a:pt x="998" y="555"/>
                      <a:pt x="1026" y="472"/>
                      <a:pt x="1026" y="361"/>
                    </a:cubicBezTo>
                    <a:cubicBezTo>
                      <a:pt x="1026" y="222"/>
                      <a:pt x="998" y="139"/>
                      <a:pt x="915" y="83"/>
                    </a:cubicBezTo>
                    <a:cubicBezTo>
                      <a:pt x="832" y="28"/>
                      <a:pt x="749" y="0"/>
                      <a:pt x="63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9" name="Google Shape;2599;p107"/>
              <p:cNvSpPr/>
              <p:nvPr/>
            </p:nvSpPr>
            <p:spPr>
              <a:xfrm>
                <a:off x="8187100" y="4610600"/>
                <a:ext cx="25000" cy="18050"/>
              </a:xfrm>
              <a:custGeom>
                <a:rect b="b" l="l" r="r" t="t"/>
                <a:pathLst>
                  <a:path extrusionOk="0" h="722" w="1000">
                    <a:moveTo>
                      <a:pt x="666" y="140"/>
                    </a:moveTo>
                    <a:cubicBezTo>
                      <a:pt x="694" y="140"/>
                      <a:pt x="750" y="140"/>
                      <a:pt x="777" y="167"/>
                    </a:cubicBezTo>
                    <a:cubicBezTo>
                      <a:pt x="805" y="195"/>
                      <a:pt x="833" y="223"/>
                      <a:pt x="860" y="250"/>
                    </a:cubicBezTo>
                    <a:cubicBezTo>
                      <a:pt x="860" y="278"/>
                      <a:pt x="888" y="306"/>
                      <a:pt x="888" y="361"/>
                    </a:cubicBezTo>
                    <a:cubicBezTo>
                      <a:pt x="888" y="389"/>
                      <a:pt x="860" y="445"/>
                      <a:pt x="860" y="472"/>
                    </a:cubicBezTo>
                    <a:cubicBezTo>
                      <a:pt x="833" y="500"/>
                      <a:pt x="805" y="528"/>
                      <a:pt x="777" y="555"/>
                    </a:cubicBezTo>
                    <a:cubicBezTo>
                      <a:pt x="750" y="583"/>
                      <a:pt x="694" y="583"/>
                      <a:pt x="666" y="583"/>
                    </a:cubicBezTo>
                    <a:cubicBezTo>
                      <a:pt x="611" y="583"/>
                      <a:pt x="583" y="583"/>
                      <a:pt x="528" y="555"/>
                    </a:cubicBezTo>
                    <a:cubicBezTo>
                      <a:pt x="500" y="528"/>
                      <a:pt x="472" y="500"/>
                      <a:pt x="472" y="472"/>
                    </a:cubicBezTo>
                    <a:cubicBezTo>
                      <a:pt x="445" y="445"/>
                      <a:pt x="445" y="389"/>
                      <a:pt x="445" y="361"/>
                    </a:cubicBezTo>
                    <a:cubicBezTo>
                      <a:pt x="445" y="334"/>
                      <a:pt x="445" y="278"/>
                      <a:pt x="472" y="250"/>
                    </a:cubicBezTo>
                    <a:cubicBezTo>
                      <a:pt x="472" y="223"/>
                      <a:pt x="500" y="195"/>
                      <a:pt x="528" y="167"/>
                    </a:cubicBezTo>
                    <a:cubicBezTo>
                      <a:pt x="583" y="140"/>
                      <a:pt x="611" y="140"/>
                      <a:pt x="666" y="140"/>
                    </a:cubicBezTo>
                    <a:close/>
                    <a:moveTo>
                      <a:pt x="666" y="1"/>
                    </a:moveTo>
                    <a:cubicBezTo>
                      <a:pt x="583" y="1"/>
                      <a:pt x="528" y="1"/>
                      <a:pt x="500" y="29"/>
                    </a:cubicBezTo>
                    <a:cubicBezTo>
                      <a:pt x="445" y="56"/>
                      <a:pt x="389" y="112"/>
                      <a:pt x="361" y="167"/>
                    </a:cubicBezTo>
                    <a:cubicBezTo>
                      <a:pt x="334" y="223"/>
                      <a:pt x="334" y="278"/>
                      <a:pt x="334" y="334"/>
                    </a:cubicBezTo>
                    <a:cubicBezTo>
                      <a:pt x="334" y="361"/>
                      <a:pt x="334" y="389"/>
                      <a:pt x="334" y="417"/>
                    </a:cubicBezTo>
                    <a:lnTo>
                      <a:pt x="29" y="223"/>
                    </a:lnTo>
                    <a:lnTo>
                      <a:pt x="1" y="223"/>
                    </a:lnTo>
                    <a:cubicBezTo>
                      <a:pt x="1" y="223"/>
                      <a:pt x="1" y="223"/>
                      <a:pt x="1" y="250"/>
                    </a:cubicBezTo>
                    <a:lnTo>
                      <a:pt x="1" y="306"/>
                    </a:lnTo>
                    <a:cubicBezTo>
                      <a:pt x="1" y="306"/>
                      <a:pt x="1" y="334"/>
                      <a:pt x="1" y="334"/>
                    </a:cubicBezTo>
                    <a:cubicBezTo>
                      <a:pt x="1" y="334"/>
                      <a:pt x="1" y="334"/>
                      <a:pt x="1" y="361"/>
                    </a:cubicBezTo>
                    <a:lnTo>
                      <a:pt x="29" y="361"/>
                    </a:lnTo>
                    <a:lnTo>
                      <a:pt x="389" y="639"/>
                    </a:lnTo>
                    <a:cubicBezTo>
                      <a:pt x="500" y="694"/>
                      <a:pt x="583" y="722"/>
                      <a:pt x="666" y="722"/>
                    </a:cubicBezTo>
                    <a:cubicBezTo>
                      <a:pt x="722" y="722"/>
                      <a:pt x="777" y="722"/>
                      <a:pt x="833" y="694"/>
                    </a:cubicBezTo>
                    <a:cubicBezTo>
                      <a:pt x="888" y="666"/>
                      <a:pt x="916" y="611"/>
                      <a:pt x="944" y="555"/>
                    </a:cubicBezTo>
                    <a:cubicBezTo>
                      <a:pt x="971" y="500"/>
                      <a:pt x="999" y="445"/>
                      <a:pt x="999" y="361"/>
                    </a:cubicBezTo>
                    <a:cubicBezTo>
                      <a:pt x="999" y="278"/>
                      <a:pt x="971" y="223"/>
                      <a:pt x="944" y="167"/>
                    </a:cubicBezTo>
                    <a:cubicBezTo>
                      <a:pt x="916" y="112"/>
                      <a:pt x="888" y="56"/>
                      <a:pt x="833" y="29"/>
                    </a:cubicBezTo>
                    <a:cubicBezTo>
                      <a:pt x="777" y="1"/>
                      <a:pt x="722" y="1"/>
                      <a:pt x="66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00" name="Google Shape;2600;p107"/>
          <p:cNvSpPr/>
          <p:nvPr/>
        </p:nvSpPr>
        <p:spPr>
          <a:xfrm>
            <a:off x="779230" y="2219032"/>
            <a:ext cx="9349" cy="8298"/>
          </a:xfrm>
          <a:custGeom>
            <a:rect b="b" l="l" r="r" t="t"/>
            <a:pathLst>
              <a:path extrusionOk="0" h="221" w="249">
                <a:moveTo>
                  <a:pt x="139" y="0"/>
                </a:moveTo>
                <a:cubicBezTo>
                  <a:pt x="1" y="0"/>
                  <a:pt x="1" y="221"/>
                  <a:pt x="139" y="221"/>
                </a:cubicBezTo>
                <a:cubicBezTo>
                  <a:pt x="249" y="221"/>
                  <a:pt x="249" y="0"/>
                  <a:pt x="139" y="0"/>
                </a:cubicBezTo>
                <a:close/>
              </a:path>
            </a:pathLst>
          </a:cu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1" name="Google Shape;2601;p107"/>
          <p:cNvSpPr/>
          <p:nvPr/>
        </p:nvSpPr>
        <p:spPr>
          <a:xfrm>
            <a:off x="737853" y="1924175"/>
            <a:ext cx="5219" cy="8298"/>
          </a:xfrm>
          <a:custGeom>
            <a:rect b="b" l="l" r="r" t="t"/>
            <a:pathLst>
              <a:path extrusionOk="0" h="221" w="139">
                <a:moveTo>
                  <a:pt x="83" y="1"/>
                </a:moveTo>
                <a:cubicBezTo>
                  <a:pt x="56" y="1"/>
                  <a:pt x="56" y="28"/>
                  <a:pt x="56" y="28"/>
                </a:cubicBezTo>
                <a:lnTo>
                  <a:pt x="28" y="28"/>
                </a:lnTo>
                <a:cubicBezTo>
                  <a:pt x="28" y="56"/>
                  <a:pt x="1" y="56"/>
                  <a:pt x="1" y="56"/>
                </a:cubicBezTo>
                <a:cubicBezTo>
                  <a:pt x="1" y="83"/>
                  <a:pt x="1" y="111"/>
                  <a:pt x="1" y="111"/>
                </a:cubicBezTo>
                <a:cubicBezTo>
                  <a:pt x="1" y="138"/>
                  <a:pt x="1" y="138"/>
                  <a:pt x="1" y="138"/>
                </a:cubicBezTo>
                <a:cubicBezTo>
                  <a:pt x="1" y="166"/>
                  <a:pt x="1" y="193"/>
                  <a:pt x="28" y="221"/>
                </a:cubicBezTo>
                <a:lnTo>
                  <a:pt x="111" y="221"/>
                </a:lnTo>
                <a:cubicBezTo>
                  <a:pt x="138" y="193"/>
                  <a:pt x="138" y="166"/>
                  <a:pt x="138" y="138"/>
                </a:cubicBezTo>
                <a:cubicBezTo>
                  <a:pt x="138" y="111"/>
                  <a:pt x="138" y="111"/>
                  <a:pt x="138" y="111"/>
                </a:cubicBezTo>
                <a:cubicBezTo>
                  <a:pt x="138" y="111"/>
                  <a:pt x="138" y="83"/>
                  <a:pt x="138" y="56"/>
                </a:cubicBezTo>
                <a:cubicBezTo>
                  <a:pt x="138" y="28"/>
                  <a:pt x="111" y="28"/>
                  <a:pt x="111" y="28"/>
                </a:cubicBezTo>
                <a:cubicBezTo>
                  <a:pt x="83" y="28"/>
                  <a:pt x="83" y="1"/>
                  <a:pt x="83" y="1"/>
                </a:cubicBezTo>
                <a:close/>
              </a:path>
            </a:pathLst>
          </a:cu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107"/>
          <p:cNvSpPr/>
          <p:nvPr/>
        </p:nvSpPr>
        <p:spPr>
          <a:xfrm>
            <a:off x="810282" y="1883812"/>
            <a:ext cx="5219" cy="6270"/>
          </a:xfrm>
          <a:custGeom>
            <a:rect b="b" l="l" r="r" t="t"/>
            <a:pathLst>
              <a:path extrusionOk="0" h="167" w="139">
                <a:moveTo>
                  <a:pt x="56" y="1"/>
                </a:moveTo>
                <a:cubicBezTo>
                  <a:pt x="56" y="1"/>
                  <a:pt x="28" y="1"/>
                  <a:pt x="1" y="28"/>
                </a:cubicBezTo>
                <a:cubicBezTo>
                  <a:pt x="1" y="28"/>
                  <a:pt x="1" y="56"/>
                  <a:pt x="1" y="56"/>
                </a:cubicBezTo>
                <a:cubicBezTo>
                  <a:pt x="1" y="84"/>
                  <a:pt x="1" y="84"/>
                  <a:pt x="1" y="111"/>
                </a:cubicBezTo>
                <a:lnTo>
                  <a:pt x="28" y="111"/>
                </a:lnTo>
                <a:cubicBezTo>
                  <a:pt x="28" y="139"/>
                  <a:pt x="28" y="139"/>
                  <a:pt x="28" y="139"/>
                </a:cubicBezTo>
                <a:lnTo>
                  <a:pt x="56" y="139"/>
                </a:lnTo>
                <a:cubicBezTo>
                  <a:pt x="56" y="139"/>
                  <a:pt x="56" y="166"/>
                  <a:pt x="56" y="166"/>
                </a:cubicBezTo>
                <a:lnTo>
                  <a:pt x="83" y="166"/>
                </a:lnTo>
                <a:cubicBezTo>
                  <a:pt x="83" y="139"/>
                  <a:pt x="83" y="139"/>
                  <a:pt x="83" y="139"/>
                </a:cubicBezTo>
                <a:lnTo>
                  <a:pt x="111" y="139"/>
                </a:lnTo>
                <a:cubicBezTo>
                  <a:pt x="111" y="111"/>
                  <a:pt x="111" y="111"/>
                  <a:pt x="111" y="111"/>
                </a:cubicBezTo>
                <a:lnTo>
                  <a:pt x="138" y="111"/>
                </a:lnTo>
                <a:cubicBezTo>
                  <a:pt x="138" y="84"/>
                  <a:pt x="138" y="84"/>
                  <a:pt x="138" y="56"/>
                </a:cubicBezTo>
                <a:cubicBezTo>
                  <a:pt x="138" y="56"/>
                  <a:pt x="138" y="28"/>
                  <a:pt x="138" y="28"/>
                </a:cubicBezTo>
                <a:cubicBezTo>
                  <a:pt x="111" y="1"/>
                  <a:pt x="83" y="1"/>
                  <a:pt x="56" y="1"/>
                </a:cubicBezTo>
                <a:close/>
              </a:path>
            </a:pathLst>
          </a:cu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3" name="Google Shape;2603;p107"/>
          <p:cNvSpPr/>
          <p:nvPr/>
        </p:nvSpPr>
        <p:spPr>
          <a:xfrm>
            <a:off x="759593" y="1715188"/>
            <a:ext cx="5219" cy="4168"/>
          </a:xfrm>
          <a:custGeom>
            <a:rect b="b" l="l" r="r" t="t"/>
            <a:pathLst>
              <a:path extrusionOk="0" h="111" w="139">
                <a:moveTo>
                  <a:pt x="83" y="1"/>
                </a:moveTo>
                <a:cubicBezTo>
                  <a:pt x="0" y="1"/>
                  <a:pt x="0" y="111"/>
                  <a:pt x="83" y="111"/>
                </a:cubicBezTo>
                <a:cubicBezTo>
                  <a:pt x="138" y="111"/>
                  <a:pt x="138" y="1"/>
                  <a:pt x="83" y="1"/>
                </a:cubicBezTo>
                <a:close/>
              </a:path>
            </a:pathLst>
          </a:cu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107"/>
          <p:cNvSpPr/>
          <p:nvPr/>
        </p:nvSpPr>
        <p:spPr>
          <a:xfrm>
            <a:off x="779230" y="3227734"/>
            <a:ext cx="9349" cy="7284"/>
          </a:xfrm>
          <a:custGeom>
            <a:rect b="b" l="l" r="r" t="t"/>
            <a:pathLst>
              <a:path extrusionOk="0" h="194" w="249">
                <a:moveTo>
                  <a:pt x="139" y="1"/>
                </a:moveTo>
                <a:cubicBezTo>
                  <a:pt x="1" y="1"/>
                  <a:pt x="1" y="194"/>
                  <a:pt x="139" y="194"/>
                </a:cubicBezTo>
                <a:cubicBezTo>
                  <a:pt x="249" y="194"/>
                  <a:pt x="249" y="1"/>
                  <a:pt x="139" y="1"/>
                </a:cubicBezTo>
                <a:close/>
              </a:path>
            </a:pathLst>
          </a:cu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5" name="Google Shape;2605;p107"/>
          <p:cNvSpPr/>
          <p:nvPr/>
        </p:nvSpPr>
        <p:spPr>
          <a:xfrm>
            <a:off x="737853" y="2932877"/>
            <a:ext cx="5219" cy="7284"/>
          </a:xfrm>
          <a:custGeom>
            <a:rect b="b" l="l" r="r" t="t"/>
            <a:pathLst>
              <a:path extrusionOk="0" h="194" w="139">
                <a:moveTo>
                  <a:pt x="28" y="1"/>
                </a:moveTo>
                <a:cubicBezTo>
                  <a:pt x="28" y="1"/>
                  <a:pt x="28" y="28"/>
                  <a:pt x="28" y="28"/>
                </a:cubicBezTo>
                <a:cubicBezTo>
                  <a:pt x="28" y="28"/>
                  <a:pt x="1" y="28"/>
                  <a:pt x="1" y="56"/>
                </a:cubicBezTo>
                <a:cubicBezTo>
                  <a:pt x="1" y="56"/>
                  <a:pt x="1" y="84"/>
                  <a:pt x="1" y="111"/>
                </a:cubicBezTo>
                <a:cubicBezTo>
                  <a:pt x="1" y="111"/>
                  <a:pt x="1" y="111"/>
                  <a:pt x="1" y="139"/>
                </a:cubicBezTo>
                <a:cubicBezTo>
                  <a:pt x="1" y="166"/>
                  <a:pt x="1" y="194"/>
                  <a:pt x="28" y="194"/>
                </a:cubicBezTo>
                <a:lnTo>
                  <a:pt x="111" y="194"/>
                </a:lnTo>
                <a:cubicBezTo>
                  <a:pt x="138" y="194"/>
                  <a:pt x="138" y="166"/>
                  <a:pt x="138" y="139"/>
                </a:cubicBezTo>
                <a:cubicBezTo>
                  <a:pt x="138" y="111"/>
                  <a:pt x="138" y="111"/>
                  <a:pt x="138" y="111"/>
                </a:cubicBezTo>
                <a:cubicBezTo>
                  <a:pt x="138" y="84"/>
                  <a:pt x="138" y="56"/>
                  <a:pt x="138" y="5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8"/>
                  <a:pt x="111" y="28"/>
                  <a:pt x="111" y="1"/>
                </a:cubicBezTo>
                <a:close/>
              </a:path>
            </a:pathLst>
          </a:cu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107"/>
          <p:cNvSpPr/>
          <p:nvPr/>
        </p:nvSpPr>
        <p:spPr>
          <a:xfrm>
            <a:off x="702672" y="2678383"/>
            <a:ext cx="5219" cy="4168"/>
          </a:xfrm>
          <a:custGeom>
            <a:rect b="b" l="l" r="r" t="t"/>
            <a:pathLst>
              <a:path extrusionOk="0" h="111" w="139">
                <a:moveTo>
                  <a:pt x="56" y="1"/>
                </a:moveTo>
                <a:cubicBezTo>
                  <a:pt x="1" y="1"/>
                  <a:pt x="1" y="111"/>
                  <a:pt x="56" y="111"/>
                </a:cubicBezTo>
                <a:cubicBezTo>
                  <a:pt x="139" y="111"/>
                  <a:pt x="139" y="1"/>
                  <a:pt x="56" y="1"/>
                </a:cubicBezTo>
                <a:close/>
              </a:path>
            </a:pathLst>
          </a:cu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07" name="Google Shape;2607;p107"/>
          <p:cNvGrpSpPr/>
          <p:nvPr/>
        </p:nvGrpSpPr>
        <p:grpSpPr>
          <a:xfrm>
            <a:off x="2431150" y="2070384"/>
            <a:ext cx="1546483" cy="2026363"/>
            <a:chOff x="2441751" y="2054875"/>
            <a:chExt cx="1555974" cy="2038800"/>
          </a:xfrm>
        </p:grpSpPr>
        <p:sp>
          <p:nvSpPr>
            <p:cNvPr id="2608" name="Google Shape;2608;p107"/>
            <p:cNvSpPr txBox="1"/>
            <p:nvPr/>
          </p:nvSpPr>
          <p:spPr>
            <a:xfrm>
              <a:off x="3652425" y="2621225"/>
              <a:ext cx="345300" cy="14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eko"/>
                  <a:ea typeface="Teko"/>
                  <a:cs typeface="Teko"/>
                  <a:sym typeface="Teko"/>
                </a:rPr>
                <a:t>ANTLIA</a:t>
              </a:r>
              <a:endParaRPr sz="1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endParaRPr>
            </a:p>
          </p:txBody>
        </p:sp>
        <p:sp>
          <p:nvSpPr>
            <p:cNvPr id="2609" name="Google Shape;2609;p107"/>
            <p:cNvSpPr txBox="1"/>
            <p:nvPr/>
          </p:nvSpPr>
          <p:spPr>
            <a:xfrm>
              <a:off x="3652425" y="3776275"/>
              <a:ext cx="345300" cy="16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lt1"/>
                  </a:solidFill>
                  <a:latin typeface="Teko"/>
                  <a:ea typeface="Teko"/>
                  <a:cs typeface="Teko"/>
                  <a:sym typeface="Teko"/>
                </a:rPr>
                <a:t>ORION</a:t>
              </a:r>
              <a:endParaRPr sz="12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endParaRPr>
            </a:p>
          </p:txBody>
        </p:sp>
        <p:sp>
          <p:nvSpPr>
            <p:cNvPr id="2610" name="Google Shape;2610;p107"/>
            <p:cNvSpPr txBox="1"/>
            <p:nvPr/>
          </p:nvSpPr>
          <p:spPr>
            <a:xfrm>
              <a:off x="3652425" y="3970975"/>
              <a:ext cx="251100" cy="12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Teko"/>
                  <a:ea typeface="Teko"/>
                  <a:cs typeface="Teko"/>
                  <a:sym typeface="Teko"/>
                </a:rPr>
                <a:t>1998</a:t>
              </a:r>
              <a:endParaRPr sz="9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endParaRPr>
            </a:p>
          </p:txBody>
        </p:sp>
        <p:sp>
          <p:nvSpPr>
            <p:cNvPr id="2611" name="Google Shape;2611;p107"/>
            <p:cNvSpPr txBox="1"/>
            <p:nvPr/>
          </p:nvSpPr>
          <p:spPr>
            <a:xfrm>
              <a:off x="3652425" y="2810350"/>
              <a:ext cx="212100" cy="11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0" spcFirstLastPara="1" rIns="0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chemeClr val="lt1"/>
                  </a:solidFill>
                  <a:latin typeface="Teko"/>
                  <a:ea typeface="Teko"/>
                  <a:cs typeface="Teko"/>
                  <a:sym typeface="Teko"/>
                </a:rPr>
                <a:t>1998</a:t>
              </a:r>
              <a:endParaRPr sz="9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endParaRPr>
            </a:p>
          </p:txBody>
        </p:sp>
        <p:grpSp>
          <p:nvGrpSpPr>
            <p:cNvPr id="2612" name="Google Shape;2612;p107"/>
            <p:cNvGrpSpPr/>
            <p:nvPr/>
          </p:nvGrpSpPr>
          <p:grpSpPr>
            <a:xfrm>
              <a:off x="2441751" y="2054875"/>
              <a:ext cx="1323838" cy="1902540"/>
              <a:chOff x="3204150" y="1119132"/>
              <a:chExt cx="876250" cy="1259293"/>
            </a:xfrm>
          </p:grpSpPr>
          <p:sp>
            <p:nvSpPr>
              <p:cNvPr id="2613" name="Google Shape;2613;p107"/>
              <p:cNvSpPr/>
              <p:nvPr/>
            </p:nvSpPr>
            <p:spPr>
              <a:xfrm>
                <a:off x="3528114" y="1119132"/>
                <a:ext cx="266600" cy="243450"/>
              </a:xfrm>
              <a:custGeom>
                <a:rect b="b" l="l" r="r" t="t"/>
                <a:pathLst>
                  <a:path extrusionOk="0" h="9738" w="10664">
                    <a:moveTo>
                      <a:pt x="5314" y="1"/>
                    </a:moveTo>
                    <a:cubicBezTo>
                      <a:pt x="3087" y="1"/>
                      <a:pt x="1080" y="1547"/>
                      <a:pt x="579" y="3836"/>
                    </a:cubicBezTo>
                    <a:cubicBezTo>
                      <a:pt x="0" y="6453"/>
                      <a:pt x="1654" y="9044"/>
                      <a:pt x="4271" y="9622"/>
                    </a:cubicBezTo>
                    <a:cubicBezTo>
                      <a:pt x="4628" y="9700"/>
                      <a:pt x="4983" y="9738"/>
                      <a:pt x="5333" y="9738"/>
                    </a:cubicBezTo>
                    <a:cubicBezTo>
                      <a:pt x="7578" y="9738"/>
                      <a:pt x="9585" y="8195"/>
                      <a:pt x="10085" y="5930"/>
                    </a:cubicBezTo>
                    <a:cubicBezTo>
                      <a:pt x="10664" y="3285"/>
                      <a:pt x="9011" y="695"/>
                      <a:pt x="6365" y="116"/>
                    </a:cubicBezTo>
                    <a:cubicBezTo>
                      <a:pt x="6013" y="38"/>
                      <a:pt x="5661" y="1"/>
                      <a:pt x="531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lt1"/>
                </a:solidFill>
                <a:prstDash val="solid"/>
                <a:miter lim="275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4" name="Google Shape;2614;p107"/>
              <p:cNvSpPr/>
              <p:nvPr/>
            </p:nvSpPr>
            <p:spPr>
              <a:xfrm>
                <a:off x="3747719" y="1290531"/>
                <a:ext cx="223847" cy="243352"/>
              </a:xfrm>
              <a:custGeom>
                <a:rect b="b" l="l" r="r" t="t"/>
                <a:pathLst>
                  <a:path extrusionOk="0" fill="none" h="9480" w="9480">
                    <a:moveTo>
                      <a:pt x="9479" y="9480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22050">
                <a:solidFill>
                  <a:schemeClr val="lt1"/>
                </a:solidFill>
                <a:prstDash val="dot"/>
                <a:miter lim="275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5" name="Google Shape;2615;p107"/>
              <p:cNvSpPr/>
              <p:nvPr/>
            </p:nvSpPr>
            <p:spPr>
              <a:xfrm>
                <a:off x="4029400" y="1604125"/>
                <a:ext cx="51000" cy="25"/>
              </a:xfrm>
              <a:custGeom>
                <a:rect b="b" l="l" r="r" t="t"/>
                <a:pathLst>
                  <a:path extrusionOk="0" fill="none" h="1" w="2040">
                    <a:moveTo>
                      <a:pt x="0" y="0"/>
                    </a:moveTo>
                    <a:lnTo>
                      <a:pt x="2039" y="0"/>
                    </a:lnTo>
                  </a:path>
                </a:pathLst>
              </a:custGeom>
              <a:noFill/>
              <a:ln cap="flat" cmpd="sng" w="13100">
                <a:solidFill>
                  <a:schemeClr val="lt1"/>
                </a:solidFill>
                <a:prstDash val="solid"/>
                <a:miter lim="275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6" name="Google Shape;2616;p107"/>
              <p:cNvSpPr/>
              <p:nvPr/>
            </p:nvSpPr>
            <p:spPr>
              <a:xfrm>
                <a:off x="3204150" y="1572025"/>
                <a:ext cx="267300" cy="243350"/>
              </a:xfrm>
              <a:custGeom>
                <a:rect b="b" l="l" r="r" t="t"/>
                <a:pathLst>
                  <a:path extrusionOk="0" h="9734" w="10692">
                    <a:moveTo>
                      <a:pt x="5371" y="0"/>
                    </a:moveTo>
                    <a:cubicBezTo>
                      <a:pt x="3157" y="0"/>
                      <a:pt x="1150" y="1516"/>
                      <a:pt x="606" y="3764"/>
                    </a:cubicBezTo>
                    <a:cubicBezTo>
                      <a:pt x="0" y="6382"/>
                      <a:pt x="1626" y="8999"/>
                      <a:pt x="4243" y="9605"/>
                    </a:cubicBezTo>
                    <a:cubicBezTo>
                      <a:pt x="4614" y="9692"/>
                      <a:pt x="4985" y="9734"/>
                      <a:pt x="5352" y="9734"/>
                    </a:cubicBezTo>
                    <a:cubicBezTo>
                      <a:pt x="7548" y="9734"/>
                      <a:pt x="9565" y="8239"/>
                      <a:pt x="10085" y="5996"/>
                    </a:cubicBezTo>
                    <a:cubicBezTo>
                      <a:pt x="10691" y="3378"/>
                      <a:pt x="9093" y="761"/>
                      <a:pt x="6475" y="127"/>
                    </a:cubicBezTo>
                    <a:cubicBezTo>
                      <a:pt x="6105" y="41"/>
                      <a:pt x="5735" y="0"/>
                      <a:pt x="53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cap="flat" cmpd="sng" w="9525">
                <a:solidFill>
                  <a:schemeClr val="lt1"/>
                </a:solidFill>
                <a:prstDash val="solid"/>
                <a:miter lim="275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7" name="Google Shape;2617;p107"/>
              <p:cNvSpPr/>
              <p:nvPr/>
            </p:nvSpPr>
            <p:spPr>
              <a:xfrm>
                <a:off x="3427325" y="1766675"/>
                <a:ext cx="538025" cy="541475"/>
              </a:xfrm>
              <a:custGeom>
                <a:rect b="b" l="l" r="r" t="t"/>
                <a:pathLst>
                  <a:path extrusionOk="0" fill="none" h="21659" w="21521">
                    <a:moveTo>
                      <a:pt x="21520" y="21658"/>
                    </a:moveTo>
                    <a:lnTo>
                      <a:pt x="1" y="1"/>
                    </a:lnTo>
                  </a:path>
                </a:pathLst>
              </a:custGeom>
              <a:noFill/>
              <a:ln cap="flat" cmpd="sng" w="22050">
                <a:solidFill>
                  <a:schemeClr val="lt1"/>
                </a:solidFill>
                <a:prstDash val="dot"/>
                <a:miter lim="275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8" name="Google Shape;2618;p107"/>
              <p:cNvSpPr/>
              <p:nvPr/>
            </p:nvSpPr>
            <p:spPr>
              <a:xfrm>
                <a:off x="4029400" y="2378400"/>
                <a:ext cx="51000" cy="25"/>
              </a:xfrm>
              <a:custGeom>
                <a:rect b="b" l="l" r="r" t="t"/>
                <a:pathLst>
                  <a:path extrusionOk="0" fill="none" h="1" w="2040">
                    <a:moveTo>
                      <a:pt x="0" y="0"/>
                    </a:moveTo>
                    <a:lnTo>
                      <a:pt x="2039" y="0"/>
                    </a:lnTo>
                  </a:path>
                </a:pathLst>
              </a:custGeom>
              <a:solidFill>
                <a:schemeClr val="lt1"/>
              </a:solidFill>
              <a:ln cap="flat" cmpd="sng" w="13100">
                <a:solidFill>
                  <a:schemeClr val="lt1"/>
                </a:solidFill>
                <a:prstDash val="solid"/>
                <a:miter lim="27554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19" name="Google Shape;2619;p107"/>
          <p:cNvSpPr/>
          <p:nvPr/>
        </p:nvSpPr>
        <p:spPr>
          <a:xfrm>
            <a:off x="799919" y="1684212"/>
            <a:ext cx="1543635" cy="1283884"/>
          </a:xfrm>
          <a:custGeom>
            <a:rect b="b" l="l" r="r" t="t"/>
            <a:pathLst>
              <a:path extrusionOk="0" h="34194" w="41112">
                <a:moveTo>
                  <a:pt x="7773" y="8817"/>
                </a:moveTo>
                <a:lnTo>
                  <a:pt x="7773" y="8817"/>
                </a:lnTo>
                <a:cubicBezTo>
                  <a:pt x="11429" y="11186"/>
                  <a:pt x="14051" y="12658"/>
                  <a:pt x="15960" y="13733"/>
                </a:cubicBezTo>
                <a:lnTo>
                  <a:pt x="15960" y="13733"/>
                </a:lnTo>
                <a:cubicBezTo>
                  <a:pt x="15758" y="13558"/>
                  <a:pt x="15549" y="13376"/>
                  <a:pt x="15332" y="13187"/>
                </a:cubicBezTo>
                <a:lnTo>
                  <a:pt x="15332" y="13187"/>
                </a:lnTo>
                <a:cubicBezTo>
                  <a:pt x="13367" y="12166"/>
                  <a:pt x="10847" y="10809"/>
                  <a:pt x="7773" y="8817"/>
                </a:cubicBezTo>
                <a:close/>
                <a:moveTo>
                  <a:pt x="33339" y="2"/>
                </a:moveTo>
                <a:cubicBezTo>
                  <a:pt x="26164" y="9589"/>
                  <a:pt x="22007" y="13610"/>
                  <a:pt x="20871" y="15933"/>
                </a:cubicBezTo>
                <a:lnTo>
                  <a:pt x="20871" y="15933"/>
                </a:lnTo>
                <a:cubicBezTo>
                  <a:pt x="20874" y="15953"/>
                  <a:pt x="20877" y="15972"/>
                  <a:pt x="20880" y="15992"/>
                </a:cubicBezTo>
                <a:lnTo>
                  <a:pt x="20880" y="15992"/>
                </a:lnTo>
                <a:cubicBezTo>
                  <a:pt x="21163" y="15505"/>
                  <a:pt x="21628" y="14990"/>
                  <a:pt x="22275" y="14409"/>
                </a:cubicBezTo>
                <a:lnTo>
                  <a:pt x="22275" y="14409"/>
                </a:lnTo>
                <a:cubicBezTo>
                  <a:pt x="24359" y="11684"/>
                  <a:pt x="28190" y="6882"/>
                  <a:pt x="33339" y="2"/>
                </a:cubicBezTo>
                <a:close/>
                <a:moveTo>
                  <a:pt x="20550" y="17079"/>
                </a:moveTo>
                <a:cubicBezTo>
                  <a:pt x="20550" y="17079"/>
                  <a:pt x="20550" y="17079"/>
                  <a:pt x="20550" y="17079"/>
                </a:cubicBezTo>
                <a:lnTo>
                  <a:pt x="20550" y="17079"/>
                </a:lnTo>
                <a:cubicBezTo>
                  <a:pt x="20550" y="17080"/>
                  <a:pt x="20550" y="17081"/>
                  <a:pt x="20550" y="17082"/>
                </a:cubicBezTo>
                <a:lnTo>
                  <a:pt x="20550" y="17082"/>
                </a:lnTo>
                <a:cubicBezTo>
                  <a:pt x="20550" y="17082"/>
                  <a:pt x="20550" y="17082"/>
                  <a:pt x="20550" y="17082"/>
                </a:cubicBezTo>
                <a:lnTo>
                  <a:pt x="20550" y="17082"/>
                </a:lnTo>
                <a:cubicBezTo>
                  <a:pt x="20550" y="17081"/>
                  <a:pt x="20550" y="17080"/>
                  <a:pt x="20550" y="17079"/>
                </a:cubicBezTo>
                <a:close/>
                <a:moveTo>
                  <a:pt x="20550" y="17089"/>
                </a:moveTo>
                <a:cubicBezTo>
                  <a:pt x="20550" y="17089"/>
                  <a:pt x="20550" y="17089"/>
                  <a:pt x="20550" y="17089"/>
                </a:cubicBezTo>
                <a:cubicBezTo>
                  <a:pt x="20550" y="17090"/>
                  <a:pt x="20550" y="17091"/>
                  <a:pt x="20550" y="17091"/>
                </a:cubicBezTo>
                <a:lnTo>
                  <a:pt x="20550" y="17091"/>
                </a:lnTo>
                <a:cubicBezTo>
                  <a:pt x="20550" y="17091"/>
                  <a:pt x="20550" y="17090"/>
                  <a:pt x="20550" y="17089"/>
                </a:cubicBezTo>
                <a:close/>
                <a:moveTo>
                  <a:pt x="2" y="0"/>
                </a:moveTo>
                <a:cubicBezTo>
                  <a:pt x="7159" y="5949"/>
                  <a:pt x="12074" y="10344"/>
                  <a:pt x="15332" y="13187"/>
                </a:cubicBezTo>
                <a:lnTo>
                  <a:pt x="15332" y="13187"/>
                </a:lnTo>
                <a:cubicBezTo>
                  <a:pt x="17629" y="14380"/>
                  <a:pt x="19169" y="15113"/>
                  <a:pt x="19953" y="15860"/>
                </a:cubicBezTo>
                <a:lnTo>
                  <a:pt x="19953" y="15860"/>
                </a:lnTo>
                <a:cubicBezTo>
                  <a:pt x="20112" y="16288"/>
                  <a:pt x="20288" y="16659"/>
                  <a:pt x="20496" y="16995"/>
                </a:cubicBezTo>
                <a:lnTo>
                  <a:pt x="20496" y="16995"/>
                </a:lnTo>
                <a:cubicBezTo>
                  <a:pt x="20496" y="16997"/>
                  <a:pt x="20496" y="16999"/>
                  <a:pt x="20495" y="17001"/>
                </a:cubicBezTo>
                <a:lnTo>
                  <a:pt x="20495" y="17001"/>
                </a:lnTo>
                <a:cubicBezTo>
                  <a:pt x="19710" y="15853"/>
                  <a:pt x="18432" y="15125"/>
                  <a:pt x="15960" y="13733"/>
                </a:cubicBezTo>
                <a:lnTo>
                  <a:pt x="15960" y="13733"/>
                </a:lnTo>
                <a:cubicBezTo>
                  <a:pt x="18507" y="15941"/>
                  <a:pt x="19918" y="17060"/>
                  <a:pt x="20539" y="17089"/>
                </a:cubicBezTo>
                <a:lnTo>
                  <a:pt x="20539" y="17089"/>
                </a:lnTo>
                <a:cubicBezTo>
                  <a:pt x="20542" y="17089"/>
                  <a:pt x="20546" y="17089"/>
                  <a:pt x="20550" y="17089"/>
                </a:cubicBezTo>
                <a:lnTo>
                  <a:pt x="20550" y="17089"/>
                </a:lnTo>
                <a:cubicBezTo>
                  <a:pt x="20550" y="17089"/>
                  <a:pt x="20550" y="17089"/>
                  <a:pt x="20550" y="17089"/>
                </a:cubicBezTo>
                <a:lnTo>
                  <a:pt x="20550" y="17089"/>
                </a:lnTo>
                <a:cubicBezTo>
                  <a:pt x="20550" y="17089"/>
                  <a:pt x="20550" y="17089"/>
                  <a:pt x="20550" y="17089"/>
                </a:cubicBezTo>
                <a:lnTo>
                  <a:pt x="20550" y="17089"/>
                </a:lnTo>
                <a:cubicBezTo>
                  <a:pt x="20550" y="17089"/>
                  <a:pt x="20550" y="17089"/>
                  <a:pt x="20550" y="17089"/>
                </a:cubicBezTo>
                <a:lnTo>
                  <a:pt x="20550" y="17089"/>
                </a:lnTo>
                <a:cubicBezTo>
                  <a:pt x="20551" y="17089"/>
                  <a:pt x="20552" y="17089"/>
                  <a:pt x="20554" y="17089"/>
                </a:cubicBezTo>
                <a:lnTo>
                  <a:pt x="20554" y="17089"/>
                </a:lnTo>
                <a:cubicBezTo>
                  <a:pt x="20554" y="17089"/>
                  <a:pt x="20554" y="17089"/>
                  <a:pt x="20554" y="17089"/>
                </a:cubicBezTo>
                <a:lnTo>
                  <a:pt x="20554" y="17089"/>
                </a:lnTo>
                <a:cubicBezTo>
                  <a:pt x="20554" y="17089"/>
                  <a:pt x="20554" y="17089"/>
                  <a:pt x="20554" y="17089"/>
                </a:cubicBezTo>
                <a:lnTo>
                  <a:pt x="20554" y="17089"/>
                </a:lnTo>
                <a:cubicBezTo>
                  <a:pt x="20555" y="17089"/>
                  <a:pt x="20556" y="17089"/>
                  <a:pt x="20556" y="17089"/>
                </a:cubicBezTo>
                <a:lnTo>
                  <a:pt x="20556" y="17089"/>
                </a:lnTo>
                <a:cubicBezTo>
                  <a:pt x="20556" y="17089"/>
                  <a:pt x="20556" y="17089"/>
                  <a:pt x="20556" y="17089"/>
                </a:cubicBezTo>
                <a:lnTo>
                  <a:pt x="20556" y="17089"/>
                </a:lnTo>
                <a:cubicBezTo>
                  <a:pt x="20556" y="17089"/>
                  <a:pt x="20555" y="17089"/>
                  <a:pt x="20554" y="17089"/>
                </a:cubicBezTo>
                <a:lnTo>
                  <a:pt x="20554" y="17089"/>
                </a:lnTo>
                <a:cubicBezTo>
                  <a:pt x="20556" y="17092"/>
                  <a:pt x="20557" y="17094"/>
                  <a:pt x="20559" y="17096"/>
                </a:cubicBezTo>
                <a:lnTo>
                  <a:pt x="20559" y="17096"/>
                </a:lnTo>
                <a:cubicBezTo>
                  <a:pt x="20560" y="17096"/>
                  <a:pt x="20560" y="17096"/>
                  <a:pt x="20561" y="17096"/>
                </a:cubicBezTo>
                <a:lnTo>
                  <a:pt x="20561" y="17096"/>
                </a:lnTo>
                <a:cubicBezTo>
                  <a:pt x="20559" y="17094"/>
                  <a:pt x="20558" y="17092"/>
                  <a:pt x="20556" y="17089"/>
                </a:cubicBezTo>
                <a:lnTo>
                  <a:pt x="20556" y="17089"/>
                </a:lnTo>
                <a:cubicBezTo>
                  <a:pt x="20559" y="17089"/>
                  <a:pt x="20561" y="17089"/>
                  <a:pt x="20563" y="17089"/>
                </a:cubicBezTo>
                <a:lnTo>
                  <a:pt x="20563" y="17089"/>
                </a:lnTo>
                <a:cubicBezTo>
                  <a:pt x="20563" y="17092"/>
                  <a:pt x="20563" y="17094"/>
                  <a:pt x="20563" y="17096"/>
                </a:cubicBezTo>
                <a:lnTo>
                  <a:pt x="20563" y="17096"/>
                </a:lnTo>
                <a:cubicBezTo>
                  <a:pt x="20563" y="17094"/>
                  <a:pt x="20563" y="17092"/>
                  <a:pt x="20563" y="17089"/>
                </a:cubicBezTo>
                <a:lnTo>
                  <a:pt x="20563" y="17089"/>
                </a:lnTo>
                <a:cubicBezTo>
                  <a:pt x="20563" y="17089"/>
                  <a:pt x="20563" y="17089"/>
                  <a:pt x="20563" y="17089"/>
                </a:cubicBezTo>
                <a:cubicBezTo>
                  <a:pt x="20674" y="17089"/>
                  <a:pt x="20759" y="17052"/>
                  <a:pt x="20818" y="16977"/>
                </a:cubicBezTo>
                <a:lnTo>
                  <a:pt x="20818" y="16977"/>
                </a:lnTo>
                <a:cubicBezTo>
                  <a:pt x="22253" y="16128"/>
                  <a:pt x="28515" y="10469"/>
                  <a:pt x="41110" y="0"/>
                </a:cubicBezTo>
                <a:lnTo>
                  <a:pt x="41110" y="0"/>
                </a:lnTo>
                <a:cubicBezTo>
                  <a:pt x="31374" y="8092"/>
                  <a:pt x="25096" y="11875"/>
                  <a:pt x="22275" y="14409"/>
                </a:cubicBezTo>
                <a:lnTo>
                  <a:pt x="22275" y="14409"/>
                </a:lnTo>
                <a:cubicBezTo>
                  <a:pt x="21671" y="15199"/>
                  <a:pt x="21214" y="15814"/>
                  <a:pt x="20914" y="16254"/>
                </a:cubicBezTo>
                <a:lnTo>
                  <a:pt x="20914" y="16254"/>
                </a:lnTo>
                <a:cubicBezTo>
                  <a:pt x="20906" y="16173"/>
                  <a:pt x="20895" y="16085"/>
                  <a:pt x="20880" y="15992"/>
                </a:cubicBezTo>
                <a:lnTo>
                  <a:pt x="20880" y="15992"/>
                </a:lnTo>
                <a:cubicBezTo>
                  <a:pt x="20718" y="16270"/>
                  <a:pt x="20616" y="16538"/>
                  <a:pt x="20573" y="16804"/>
                </a:cubicBezTo>
                <a:lnTo>
                  <a:pt x="20573" y="16804"/>
                </a:lnTo>
                <a:cubicBezTo>
                  <a:pt x="20573" y="16804"/>
                  <a:pt x="20573" y="16804"/>
                  <a:pt x="20573" y="16804"/>
                </a:cubicBezTo>
                <a:lnTo>
                  <a:pt x="20573" y="16804"/>
                </a:lnTo>
                <a:cubicBezTo>
                  <a:pt x="20615" y="16539"/>
                  <a:pt x="20714" y="16252"/>
                  <a:pt x="20871" y="15933"/>
                </a:cubicBezTo>
                <a:lnTo>
                  <a:pt x="20871" y="15933"/>
                </a:lnTo>
                <a:cubicBezTo>
                  <a:pt x="20507" y="13740"/>
                  <a:pt x="18479" y="8429"/>
                  <a:pt x="16451" y="1"/>
                </a:cubicBezTo>
                <a:lnTo>
                  <a:pt x="16451" y="1"/>
                </a:lnTo>
                <a:cubicBezTo>
                  <a:pt x="18582" y="8855"/>
                  <a:pt x="19032" y="12962"/>
                  <a:pt x="19786" y="15368"/>
                </a:cubicBezTo>
                <a:lnTo>
                  <a:pt x="19786" y="15368"/>
                </a:lnTo>
                <a:cubicBezTo>
                  <a:pt x="17639" y="12813"/>
                  <a:pt x="11044" y="9178"/>
                  <a:pt x="2" y="0"/>
                </a:cubicBezTo>
                <a:close/>
                <a:moveTo>
                  <a:pt x="20563" y="17096"/>
                </a:moveTo>
                <a:cubicBezTo>
                  <a:pt x="20563" y="17097"/>
                  <a:pt x="20563" y="17098"/>
                  <a:pt x="20563" y="17099"/>
                </a:cubicBezTo>
                <a:lnTo>
                  <a:pt x="20563" y="17099"/>
                </a:lnTo>
                <a:cubicBezTo>
                  <a:pt x="20563" y="17099"/>
                  <a:pt x="20563" y="17099"/>
                  <a:pt x="20563" y="17099"/>
                </a:cubicBezTo>
                <a:lnTo>
                  <a:pt x="20563" y="17099"/>
                </a:lnTo>
                <a:cubicBezTo>
                  <a:pt x="20563" y="17098"/>
                  <a:pt x="20563" y="17097"/>
                  <a:pt x="20563" y="17096"/>
                </a:cubicBezTo>
                <a:close/>
                <a:moveTo>
                  <a:pt x="20506" y="17543"/>
                </a:moveTo>
                <a:cubicBezTo>
                  <a:pt x="20459" y="17740"/>
                  <a:pt x="20380" y="17950"/>
                  <a:pt x="20272" y="18178"/>
                </a:cubicBezTo>
                <a:lnTo>
                  <a:pt x="20272" y="18178"/>
                </a:lnTo>
                <a:cubicBezTo>
                  <a:pt x="20270" y="18163"/>
                  <a:pt x="20268" y="18149"/>
                  <a:pt x="20266" y="18134"/>
                </a:cubicBezTo>
                <a:lnTo>
                  <a:pt x="20266" y="18134"/>
                </a:lnTo>
                <a:cubicBezTo>
                  <a:pt x="19987" y="18639"/>
                  <a:pt x="19509" y="19173"/>
                  <a:pt x="18834" y="19779"/>
                </a:cubicBezTo>
                <a:lnTo>
                  <a:pt x="18834" y="19779"/>
                </a:lnTo>
                <a:cubicBezTo>
                  <a:pt x="19468" y="18950"/>
                  <a:pt x="19941" y="18313"/>
                  <a:pt x="20241" y="17869"/>
                </a:cubicBezTo>
                <a:lnTo>
                  <a:pt x="20241" y="17869"/>
                </a:lnTo>
                <a:cubicBezTo>
                  <a:pt x="20246" y="17951"/>
                  <a:pt x="20255" y="18039"/>
                  <a:pt x="20266" y="18134"/>
                </a:cubicBezTo>
                <a:lnTo>
                  <a:pt x="20266" y="18134"/>
                </a:lnTo>
                <a:cubicBezTo>
                  <a:pt x="20378" y="17934"/>
                  <a:pt x="20458" y="17737"/>
                  <a:pt x="20506" y="17543"/>
                </a:cubicBezTo>
                <a:close/>
                <a:moveTo>
                  <a:pt x="20623" y="17199"/>
                </a:moveTo>
                <a:lnTo>
                  <a:pt x="20623" y="17199"/>
                </a:lnTo>
                <a:cubicBezTo>
                  <a:pt x="20631" y="17207"/>
                  <a:pt x="20639" y="17216"/>
                  <a:pt x="20648" y="17226"/>
                </a:cubicBezTo>
                <a:lnTo>
                  <a:pt x="20648" y="17226"/>
                </a:lnTo>
                <a:cubicBezTo>
                  <a:pt x="21057" y="17813"/>
                  <a:pt x="21586" y="18304"/>
                  <a:pt x="22325" y="18840"/>
                </a:cubicBezTo>
                <a:lnTo>
                  <a:pt x="22325" y="18840"/>
                </a:lnTo>
                <a:cubicBezTo>
                  <a:pt x="22693" y="19186"/>
                  <a:pt x="23118" y="19584"/>
                  <a:pt x="23599" y="20032"/>
                </a:cubicBezTo>
                <a:lnTo>
                  <a:pt x="23599" y="20032"/>
                </a:lnTo>
                <a:cubicBezTo>
                  <a:pt x="22474" y="19392"/>
                  <a:pt x="21661" y="18883"/>
                  <a:pt x="21158" y="18377"/>
                </a:cubicBezTo>
                <a:lnTo>
                  <a:pt x="21158" y="18377"/>
                </a:lnTo>
                <a:cubicBezTo>
                  <a:pt x="21006" y="17927"/>
                  <a:pt x="20833" y="17543"/>
                  <a:pt x="20623" y="17199"/>
                </a:cubicBezTo>
                <a:close/>
                <a:moveTo>
                  <a:pt x="24395" y="20219"/>
                </a:moveTo>
                <a:cubicBezTo>
                  <a:pt x="24692" y="20466"/>
                  <a:pt x="25006" y="20729"/>
                  <a:pt x="25338" y="21006"/>
                </a:cubicBezTo>
                <a:lnTo>
                  <a:pt x="25338" y="21006"/>
                </a:lnTo>
                <a:cubicBezTo>
                  <a:pt x="25228" y="20945"/>
                  <a:pt x="25121" y="20885"/>
                  <a:pt x="25015" y="20826"/>
                </a:cubicBezTo>
                <a:lnTo>
                  <a:pt x="25015" y="20826"/>
                </a:lnTo>
                <a:cubicBezTo>
                  <a:pt x="24800" y="20615"/>
                  <a:pt x="24593" y="20412"/>
                  <a:pt x="24395" y="20219"/>
                </a:cubicBezTo>
                <a:close/>
                <a:moveTo>
                  <a:pt x="20550" y="17091"/>
                </a:moveTo>
                <a:cubicBezTo>
                  <a:pt x="20550" y="17093"/>
                  <a:pt x="20550" y="17095"/>
                  <a:pt x="20550" y="17097"/>
                </a:cubicBezTo>
                <a:lnTo>
                  <a:pt x="20550" y="17097"/>
                </a:lnTo>
                <a:cubicBezTo>
                  <a:pt x="20542" y="17098"/>
                  <a:pt x="20533" y="17099"/>
                  <a:pt x="20524" y="17102"/>
                </a:cubicBezTo>
                <a:lnTo>
                  <a:pt x="20524" y="17102"/>
                </a:lnTo>
                <a:cubicBezTo>
                  <a:pt x="20468" y="17108"/>
                  <a:pt x="20420" y="17127"/>
                  <a:pt x="20381" y="17161"/>
                </a:cubicBezTo>
                <a:lnTo>
                  <a:pt x="20381" y="17161"/>
                </a:lnTo>
                <a:cubicBezTo>
                  <a:pt x="19126" y="17816"/>
                  <a:pt x="12868" y="23484"/>
                  <a:pt x="1" y="34166"/>
                </a:cubicBezTo>
                <a:cubicBezTo>
                  <a:pt x="9734" y="26087"/>
                  <a:pt x="16011" y="22309"/>
                  <a:pt x="18834" y="19779"/>
                </a:cubicBezTo>
                <a:lnTo>
                  <a:pt x="18834" y="19779"/>
                </a:lnTo>
                <a:cubicBezTo>
                  <a:pt x="16749" y="22501"/>
                  <a:pt x="12919" y="27297"/>
                  <a:pt x="7771" y="34166"/>
                </a:cubicBezTo>
                <a:cubicBezTo>
                  <a:pt x="15012" y="24504"/>
                  <a:pt x="19179" y="20468"/>
                  <a:pt x="20272" y="18178"/>
                </a:cubicBezTo>
                <a:lnTo>
                  <a:pt x="20272" y="18178"/>
                </a:lnTo>
                <a:cubicBezTo>
                  <a:pt x="20552" y="20320"/>
                  <a:pt x="22353" y="25659"/>
                  <a:pt x="24138" y="34194"/>
                </a:cubicBezTo>
                <a:cubicBezTo>
                  <a:pt x="22274" y="25279"/>
                  <a:pt x="21973" y="21147"/>
                  <a:pt x="21278" y="18757"/>
                </a:cubicBezTo>
                <a:lnTo>
                  <a:pt x="21278" y="18757"/>
                </a:lnTo>
                <a:cubicBezTo>
                  <a:pt x="22328" y="20040"/>
                  <a:pt x="24514" y="21588"/>
                  <a:pt x="27837" y="23978"/>
                </a:cubicBezTo>
                <a:lnTo>
                  <a:pt x="27837" y="23978"/>
                </a:lnTo>
                <a:cubicBezTo>
                  <a:pt x="30671" y="26616"/>
                  <a:pt x="34316" y="30012"/>
                  <a:pt x="38742" y="34166"/>
                </a:cubicBezTo>
                <a:cubicBezTo>
                  <a:pt x="34835" y="30499"/>
                  <a:pt x="31685" y="27423"/>
                  <a:pt x="29168" y="24937"/>
                </a:cubicBezTo>
                <a:lnTo>
                  <a:pt x="29168" y="24937"/>
                </a:lnTo>
                <a:cubicBezTo>
                  <a:pt x="32297" y="27202"/>
                  <a:pt x="36278" y="30154"/>
                  <a:pt x="41112" y="34166"/>
                </a:cubicBezTo>
                <a:cubicBezTo>
                  <a:pt x="33964" y="28233"/>
                  <a:pt x="28735" y="23846"/>
                  <a:pt x="25338" y="21006"/>
                </a:cubicBezTo>
                <a:lnTo>
                  <a:pt x="25338" y="21006"/>
                </a:lnTo>
                <a:cubicBezTo>
                  <a:pt x="27363" y="22138"/>
                  <a:pt x="30031" y="23661"/>
                  <a:pt x="33342" y="25955"/>
                </a:cubicBezTo>
                <a:cubicBezTo>
                  <a:pt x="29103" y="23018"/>
                  <a:pt x="26267" y="21344"/>
                  <a:pt x="24313" y="20139"/>
                </a:cubicBezTo>
                <a:lnTo>
                  <a:pt x="24313" y="20139"/>
                </a:lnTo>
                <a:cubicBezTo>
                  <a:pt x="24340" y="20165"/>
                  <a:pt x="24368" y="20192"/>
                  <a:pt x="24395" y="20219"/>
                </a:cubicBezTo>
                <a:lnTo>
                  <a:pt x="24395" y="20219"/>
                </a:lnTo>
                <a:cubicBezTo>
                  <a:pt x="24350" y="20181"/>
                  <a:pt x="24305" y="20143"/>
                  <a:pt x="24261" y="20106"/>
                </a:cubicBezTo>
                <a:lnTo>
                  <a:pt x="24261" y="20106"/>
                </a:lnTo>
                <a:cubicBezTo>
                  <a:pt x="24278" y="20117"/>
                  <a:pt x="24296" y="20128"/>
                  <a:pt x="24313" y="20139"/>
                </a:cubicBezTo>
                <a:lnTo>
                  <a:pt x="24313" y="20139"/>
                </a:lnTo>
                <a:cubicBezTo>
                  <a:pt x="22273" y="18151"/>
                  <a:pt x="21118" y="17138"/>
                  <a:pt x="20590" y="17101"/>
                </a:cubicBezTo>
                <a:lnTo>
                  <a:pt x="20590" y="17101"/>
                </a:lnTo>
                <a:cubicBezTo>
                  <a:pt x="20583" y="17098"/>
                  <a:pt x="20574" y="17096"/>
                  <a:pt x="20563" y="17096"/>
                </a:cubicBezTo>
                <a:cubicBezTo>
                  <a:pt x="20562" y="17096"/>
                  <a:pt x="20562" y="17096"/>
                  <a:pt x="20561" y="17096"/>
                </a:cubicBezTo>
                <a:lnTo>
                  <a:pt x="20561" y="17096"/>
                </a:lnTo>
                <a:cubicBezTo>
                  <a:pt x="20561" y="17097"/>
                  <a:pt x="20562" y="17098"/>
                  <a:pt x="20562" y="17099"/>
                </a:cubicBezTo>
                <a:lnTo>
                  <a:pt x="20562" y="17099"/>
                </a:lnTo>
                <a:cubicBezTo>
                  <a:pt x="20561" y="17098"/>
                  <a:pt x="20561" y="17098"/>
                  <a:pt x="20560" y="17098"/>
                </a:cubicBezTo>
                <a:lnTo>
                  <a:pt x="20560" y="17098"/>
                </a:lnTo>
                <a:cubicBezTo>
                  <a:pt x="20559" y="17097"/>
                  <a:pt x="20559" y="17097"/>
                  <a:pt x="20559" y="17096"/>
                </a:cubicBezTo>
                <a:lnTo>
                  <a:pt x="20559" y="17096"/>
                </a:lnTo>
                <a:cubicBezTo>
                  <a:pt x="20558" y="17096"/>
                  <a:pt x="20557" y="17097"/>
                  <a:pt x="20556" y="17097"/>
                </a:cubicBezTo>
                <a:lnTo>
                  <a:pt x="20556" y="17097"/>
                </a:lnTo>
                <a:cubicBezTo>
                  <a:pt x="20555" y="17096"/>
                  <a:pt x="20554" y="17096"/>
                  <a:pt x="20553" y="17096"/>
                </a:cubicBezTo>
                <a:cubicBezTo>
                  <a:pt x="20552" y="17096"/>
                  <a:pt x="20551" y="17097"/>
                  <a:pt x="20550" y="17097"/>
                </a:cubicBezTo>
                <a:lnTo>
                  <a:pt x="20550" y="17097"/>
                </a:lnTo>
                <a:cubicBezTo>
                  <a:pt x="20550" y="17097"/>
                  <a:pt x="20550" y="17097"/>
                  <a:pt x="20550" y="17097"/>
                </a:cubicBezTo>
                <a:lnTo>
                  <a:pt x="20550" y="17097"/>
                </a:lnTo>
                <a:cubicBezTo>
                  <a:pt x="20550" y="17095"/>
                  <a:pt x="20550" y="17093"/>
                  <a:pt x="20550" y="17091"/>
                </a:cubicBezTo>
                <a:close/>
              </a:path>
            </a:pathLst>
          </a:cu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4500"/>
                            </p:stCondLst>
                            <p:childTnLst>
                              <p:par>
                                <p:cTn fill="hold" nodeType="afterEffect" presetClass="exit" presetID="23" presetSubtype="32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w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h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dur="1" fill="hold">
                                          <p:stCondLst>
                                            <p:cond delay="150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600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500"/>
                                        <p:tgtEl>
                                          <p:spTgt spid="26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3" name="Shape 2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4" name="Google Shape;2624;p108"/>
          <p:cNvSpPr txBox="1"/>
          <p:nvPr>
            <p:ph type="title"/>
          </p:nvPr>
        </p:nvSpPr>
        <p:spPr>
          <a:xfrm>
            <a:off x="720000" y="54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THE MINING ARCHITECTURE</a:t>
            </a:r>
            <a:endParaRPr b="0"/>
          </a:p>
        </p:txBody>
      </p:sp>
      <p:sp>
        <p:nvSpPr>
          <p:cNvPr id="2625" name="Google Shape;2625;p108"/>
          <p:cNvSpPr txBox="1"/>
          <p:nvPr>
            <p:ph idx="1" type="body"/>
          </p:nvPr>
        </p:nvSpPr>
        <p:spPr>
          <a:xfrm>
            <a:off x="720000" y="1225625"/>
            <a:ext cx="7704000" cy="3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Teko"/>
                <a:ea typeface="Teko"/>
                <a:cs typeface="Teko"/>
                <a:sym typeface="Teko"/>
              </a:rPr>
              <a:t>TARGET CLASS</a:t>
            </a:r>
            <a:r>
              <a:rPr lang="en" sz="1800">
                <a:latin typeface="Teko Light"/>
                <a:ea typeface="Teko Light"/>
                <a:cs typeface="Teko Light"/>
                <a:sym typeface="Teko Light"/>
              </a:rPr>
              <a:t>-Easily recoverable C-Type Near Earth Asteroids.</a:t>
            </a:r>
            <a:endParaRPr sz="1800">
              <a:latin typeface="Teko Light"/>
              <a:ea typeface="Teko Light"/>
              <a:cs typeface="Teko Light"/>
              <a:sym typeface="Tek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Teko Light"/>
                <a:ea typeface="Teko Light"/>
                <a:cs typeface="Teko Light"/>
                <a:sym typeface="Teko Light"/>
              </a:rPr>
              <a:t>Why?</a:t>
            </a:r>
            <a:endParaRPr sz="1800">
              <a:latin typeface="Teko Light"/>
              <a:ea typeface="Teko Light"/>
              <a:cs typeface="Teko Light"/>
              <a:sym typeface="Teko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eko Light"/>
              <a:buChar char="●"/>
            </a:pPr>
            <a:r>
              <a:rPr lang="en" sz="1800">
                <a:latin typeface="Teko Light"/>
                <a:ea typeface="Teko Light"/>
                <a:cs typeface="Teko Light"/>
                <a:sym typeface="Teko Light"/>
              </a:rPr>
              <a:t>Lower Δv  than the lunar surface-The C-Type near earth asteroids have a Δv lower than that of lunar surface. Thus making it more </a:t>
            </a:r>
            <a:r>
              <a:rPr lang="en" sz="1800">
                <a:latin typeface="Teko Light"/>
                <a:ea typeface="Teko Light"/>
                <a:cs typeface="Teko Light"/>
                <a:sym typeface="Teko Light"/>
              </a:rPr>
              <a:t>accessible</a:t>
            </a:r>
            <a:r>
              <a:rPr lang="en" sz="1800">
                <a:latin typeface="Teko Light"/>
                <a:ea typeface="Teko Light"/>
                <a:cs typeface="Teko Light"/>
                <a:sym typeface="Teko Light"/>
              </a:rPr>
              <a:t> than main-belt asteroids.</a:t>
            </a:r>
            <a:endParaRPr sz="1800">
              <a:latin typeface="Teko Light"/>
              <a:ea typeface="Teko Light"/>
              <a:cs typeface="Teko Light"/>
              <a:sym typeface="Teko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eko Light"/>
              <a:buChar char="●"/>
            </a:pPr>
            <a:r>
              <a:rPr lang="en" sz="1800">
                <a:latin typeface="Teko Light"/>
                <a:ea typeface="Teko Light"/>
                <a:cs typeface="Teko Light"/>
                <a:sym typeface="Teko Light"/>
              </a:rPr>
              <a:t>Less one-way transit time-It takes around 6-18 months to reach near earth asteroids. Fast trip ensures constant cash flow and spares our machinery from long-term machinery soak.</a:t>
            </a:r>
            <a:endParaRPr sz="1800">
              <a:latin typeface="Teko Light"/>
              <a:ea typeface="Teko Light"/>
              <a:cs typeface="Teko Light"/>
              <a:sym typeface="Teko Light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Teko Light"/>
              <a:buChar char="●"/>
            </a:pPr>
            <a:r>
              <a:rPr lang="en" sz="1800">
                <a:latin typeface="Teko Light"/>
                <a:ea typeface="Teko Light"/>
                <a:cs typeface="Teko Light"/>
                <a:sym typeface="Teko Light"/>
              </a:rPr>
              <a:t>Full solar muscle-Operating near 1AU guarantees ~1.36kw/m^2. Of raw solar flux. Which can be utilised using thin ultraviolet films instead of multi-ton power plants on earth.</a:t>
            </a:r>
            <a:endParaRPr sz="1800">
              <a:latin typeface="Teko Light"/>
              <a:ea typeface="Teko Light"/>
              <a:cs typeface="Teko Light"/>
              <a:sym typeface="Teko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26" name="Google Shape;2626;p108">
            <a:hlinkClick action="ppaction://hlinkshowjump?jump=previousslide"/>
          </p:cNvPr>
          <p:cNvSpPr/>
          <p:nvPr/>
        </p:nvSpPr>
        <p:spPr>
          <a:xfrm rot="2700000">
            <a:off x="242640" y="19519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7" name="Google Shape;2627;p108">
            <a:hlinkClick action="ppaction://hlinksldjump" r:id="rId3"/>
          </p:cNvPr>
          <p:cNvSpPr/>
          <p:nvPr/>
        </p:nvSpPr>
        <p:spPr>
          <a:xfrm>
            <a:off x="194250" y="2619642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628" name="Google Shape;2628;p108"/>
          <p:cNvSpPr/>
          <p:nvPr/>
        </p:nvSpPr>
        <p:spPr>
          <a:xfrm>
            <a:off x="190588" y="2161967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629" name="Google Shape;2629;p108">
            <a:hlinkClick action="ppaction://hlinkshowjump?jump=nextslide"/>
          </p:cNvPr>
          <p:cNvSpPr/>
          <p:nvPr/>
        </p:nvSpPr>
        <p:spPr>
          <a:xfrm rot="-8100000">
            <a:off x="242640" y="29578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0" name="Google Shape;2630;p10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80950" y="3344749"/>
            <a:ext cx="2116075" cy="15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34" name="Shape 2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5" name="Google Shape;2635;p109">
            <a:hlinkClick action="ppaction://hlinkshowjump?jump=previousslide"/>
          </p:cNvPr>
          <p:cNvSpPr/>
          <p:nvPr/>
        </p:nvSpPr>
        <p:spPr>
          <a:xfrm rot="2700000">
            <a:off x="242640" y="19519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6" name="Google Shape;2636;p109"/>
          <p:cNvSpPr/>
          <p:nvPr/>
        </p:nvSpPr>
        <p:spPr>
          <a:xfrm>
            <a:off x="194250" y="2619642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637" name="Google Shape;2637;p109"/>
          <p:cNvSpPr/>
          <p:nvPr/>
        </p:nvSpPr>
        <p:spPr>
          <a:xfrm>
            <a:off x="190588" y="2161967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638" name="Google Shape;2638;p109">
            <a:hlinkClick action="ppaction://hlinkshowjump?jump=nextslide"/>
          </p:cNvPr>
          <p:cNvSpPr/>
          <p:nvPr/>
        </p:nvSpPr>
        <p:spPr>
          <a:xfrm rot="-8100000">
            <a:off x="242640" y="29578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39" name="Google Shape;2639;p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275" y="244175"/>
            <a:ext cx="8333676" cy="4655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3" name="Shape 2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44" name="Google Shape;2644;p110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645" name="Google Shape;2645;p11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11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11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48" name="Google Shape;2648;p110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649" name="Google Shape;2649;p11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11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11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2" name="Google Shape;2652;p110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653" name="Google Shape;2653;p11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11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11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56" name="Google Shape;2656;p110"/>
          <p:cNvGrpSpPr/>
          <p:nvPr/>
        </p:nvGrpSpPr>
        <p:grpSpPr>
          <a:xfrm>
            <a:off x="245752" y="4669065"/>
            <a:ext cx="228825" cy="228856"/>
            <a:chOff x="3023950" y="3689950"/>
            <a:chExt cx="316100" cy="316100"/>
          </a:xfrm>
        </p:grpSpPr>
        <p:sp>
          <p:nvSpPr>
            <p:cNvPr id="2657" name="Google Shape;2657;p110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110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110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60" name="Google Shape;2660;p110"/>
          <p:cNvSpPr/>
          <p:nvPr/>
        </p:nvSpPr>
        <p:spPr>
          <a:xfrm>
            <a:off x="714375" y="1143000"/>
            <a:ext cx="2381400" cy="3381300"/>
          </a:xfrm>
          <a:prstGeom prst="roundRect">
            <a:avLst>
              <a:gd fmla="val 2400" name="adj"/>
            </a:avLst>
          </a:prstGeom>
          <a:solidFill>
            <a:srgbClr val="25272E"/>
          </a:solidFill>
          <a:ln cap="flat" cmpd="sng" w="143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110"/>
          <p:cNvSpPr/>
          <p:nvPr/>
        </p:nvSpPr>
        <p:spPr>
          <a:xfrm>
            <a:off x="3352800" y="1143000"/>
            <a:ext cx="2381400" cy="3381300"/>
          </a:xfrm>
          <a:prstGeom prst="roundRect">
            <a:avLst>
              <a:gd fmla="val 2400" name="adj"/>
            </a:avLst>
          </a:prstGeom>
          <a:solidFill>
            <a:srgbClr val="25272E"/>
          </a:solidFill>
          <a:ln cap="flat" cmpd="sng" w="143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2" name="Google Shape;2662;p110"/>
          <p:cNvSpPr/>
          <p:nvPr/>
        </p:nvSpPr>
        <p:spPr>
          <a:xfrm>
            <a:off x="6000750" y="1143000"/>
            <a:ext cx="2381400" cy="3381300"/>
          </a:xfrm>
          <a:prstGeom prst="roundRect">
            <a:avLst>
              <a:gd fmla="val 2400" name="adj"/>
            </a:avLst>
          </a:prstGeom>
          <a:solidFill>
            <a:srgbClr val="25272E"/>
          </a:solidFill>
          <a:ln cap="flat" cmpd="sng" w="143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110"/>
          <p:cNvSpPr txBox="1"/>
          <p:nvPr>
            <p:ph type="title"/>
          </p:nvPr>
        </p:nvSpPr>
        <p:spPr>
          <a:xfrm>
            <a:off x="714375" y="428625"/>
            <a:ext cx="7667700" cy="52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000">
                <a:solidFill>
                  <a:srgbClr val="F1C232"/>
                </a:solidFill>
                <a:latin typeface="Teko Medium"/>
                <a:ea typeface="Teko Medium"/>
                <a:cs typeface="Teko Medium"/>
                <a:sym typeface="Teko Medium"/>
              </a:rPr>
              <a:t>MAKING THE RUN PROFITABLE: IDENTIFYING THE COST DRIVERS</a:t>
            </a:r>
            <a:endParaRPr b="0" sz="3000">
              <a:solidFill>
                <a:srgbClr val="F1C232"/>
              </a:solidFill>
              <a:latin typeface="Teko Medium"/>
              <a:ea typeface="Teko Medium"/>
              <a:cs typeface="Teko Medium"/>
              <a:sym typeface="Teko Medium"/>
            </a:endParaRPr>
          </a:p>
        </p:txBody>
      </p:sp>
      <p:sp>
        <p:nvSpPr>
          <p:cNvPr id="2664" name="Google Shape;2664;p110"/>
          <p:cNvSpPr txBox="1"/>
          <p:nvPr>
            <p:ph idx="2" type="title"/>
          </p:nvPr>
        </p:nvSpPr>
        <p:spPr>
          <a:xfrm>
            <a:off x="857250" y="1285875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1C232"/>
                </a:solidFill>
              </a:rPr>
              <a:t>LAUNCH MASS PENALTY</a:t>
            </a:r>
            <a:endParaRPr sz="2000">
              <a:solidFill>
                <a:srgbClr val="F1C232"/>
              </a:solidFill>
            </a:endParaRPr>
          </a:p>
        </p:txBody>
      </p:sp>
      <p:sp>
        <p:nvSpPr>
          <p:cNvPr id="2665" name="Google Shape;2665;p110"/>
          <p:cNvSpPr txBox="1"/>
          <p:nvPr>
            <p:ph idx="3" type="title"/>
          </p:nvPr>
        </p:nvSpPr>
        <p:spPr>
          <a:xfrm>
            <a:off x="3495675" y="1285875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50">
                <a:solidFill>
                  <a:srgbClr val="F1C232"/>
                </a:solidFill>
                <a:latin typeface="Teko Medium"/>
                <a:ea typeface="Teko Medium"/>
                <a:cs typeface="Teko Medium"/>
                <a:sym typeface="Teko Medium"/>
              </a:rPr>
              <a:t>GROUND SUPPORT &amp; R&amp;D</a:t>
            </a:r>
            <a:endParaRPr sz="1850">
              <a:solidFill>
                <a:srgbClr val="F1C232"/>
              </a:solidFill>
              <a:latin typeface="Teko Medium"/>
              <a:ea typeface="Teko Medium"/>
              <a:cs typeface="Teko Medium"/>
              <a:sym typeface="Teko Medium"/>
            </a:endParaRPr>
          </a:p>
        </p:txBody>
      </p:sp>
      <p:sp>
        <p:nvSpPr>
          <p:cNvPr id="2666" name="Google Shape;2666;p110"/>
          <p:cNvSpPr txBox="1"/>
          <p:nvPr>
            <p:ph idx="4" type="title"/>
          </p:nvPr>
        </p:nvSpPr>
        <p:spPr>
          <a:xfrm>
            <a:off x="6143625" y="1285875"/>
            <a:ext cx="20955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1C232"/>
                </a:solidFill>
                <a:latin typeface="Teko Medium"/>
                <a:ea typeface="Teko Medium"/>
                <a:cs typeface="Teko Medium"/>
                <a:sym typeface="Teko Medium"/>
              </a:rPr>
              <a:t>SAFETY &amp; REGULATORY</a:t>
            </a:r>
            <a:endParaRPr sz="2000">
              <a:solidFill>
                <a:srgbClr val="F1C232"/>
              </a:solidFill>
              <a:latin typeface="Teko Medium"/>
              <a:ea typeface="Teko Medium"/>
              <a:cs typeface="Teko Medium"/>
              <a:sym typeface="Teko Medium"/>
            </a:endParaRPr>
          </a:p>
        </p:txBody>
      </p:sp>
      <p:sp>
        <p:nvSpPr>
          <p:cNvPr id="2667" name="Google Shape;2667;p110"/>
          <p:cNvSpPr txBox="1"/>
          <p:nvPr>
            <p:ph idx="1" type="subTitle"/>
          </p:nvPr>
        </p:nvSpPr>
        <p:spPr>
          <a:xfrm>
            <a:off x="857250" y="1762125"/>
            <a:ext cx="2095500" cy="26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Launching massive, rigid hardware increases CapEx massively.</a:t>
            </a:r>
            <a:endParaRPr b="0" sz="1100">
              <a:solidFill>
                <a:srgbClr val="94A3B8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Cost Reduction Strategy:</a:t>
            </a:r>
            <a:endParaRPr b="0" sz="1100">
              <a:solidFill>
                <a:srgbClr val="F1C23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01.</a:t>
            </a:r>
            <a:r>
              <a:rPr b="0" lang="en" sz="1100">
                <a:solidFill>
                  <a:srgbClr val="E2E8F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Cut Δv with smarter trajectories.</a:t>
            </a:r>
            <a:endParaRPr b="0" sz="1100">
              <a:solidFill>
                <a:srgbClr val="E2E8F0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02.</a:t>
            </a:r>
            <a:r>
              <a:rPr b="0" lang="en" sz="1100">
                <a:solidFill>
                  <a:srgbClr val="E2E8F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Highly specific power solar-arrays.</a:t>
            </a:r>
            <a:endParaRPr b="0" sz="1100">
              <a:solidFill>
                <a:srgbClr val="E2E8F0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03.</a:t>
            </a:r>
            <a:r>
              <a:rPr b="0" lang="en" sz="1100">
                <a:solidFill>
                  <a:srgbClr val="E2E8F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Integrated &amp; miniaturized avionics.</a:t>
            </a:r>
            <a:endParaRPr b="0" sz="1100">
              <a:solidFill>
                <a:srgbClr val="E2E8F0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668" name="Google Shape;2668;p110"/>
          <p:cNvSpPr txBox="1"/>
          <p:nvPr>
            <p:ph idx="5" type="subTitle"/>
          </p:nvPr>
        </p:nvSpPr>
        <p:spPr>
          <a:xfrm>
            <a:off x="3495675" y="1762125"/>
            <a:ext cx="2095500" cy="26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Traditional missions require a lot of ground support and capital for R&amp;D.</a:t>
            </a:r>
            <a:endParaRPr b="0" sz="1100">
              <a:solidFill>
                <a:srgbClr val="94A3B8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Cost Reduction Strategy:</a:t>
            </a:r>
            <a:endParaRPr b="0" sz="1100">
              <a:solidFill>
                <a:srgbClr val="F1C23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01.</a:t>
            </a:r>
            <a:r>
              <a:rPr b="0" lang="en" sz="1100">
                <a:solidFill>
                  <a:srgbClr val="E2E8F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Lean towards cloud-based research platforms.</a:t>
            </a:r>
            <a:endParaRPr b="0" sz="1100">
              <a:solidFill>
                <a:srgbClr val="E2E8F0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02.</a:t>
            </a:r>
            <a:r>
              <a:rPr b="0" lang="en" sz="1100">
                <a:solidFill>
                  <a:srgbClr val="E2E8F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Leverage contacts from established space organizations.</a:t>
            </a:r>
            <a:endParaRPr b="0" sz="1100">
              <a:solidFill>
                <a:srgbClr val="E2E8F0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669" name="Google Shape;2669;p110"/>
          <p:cNvSpPr txBox="1"/>
          <p:nvPr>
            <p:ph idx="6" type="subTitle"/>
          </p:nvPr>
        </p:nvSpPr>
        <p:spPr>
          <a:xfrm>
            <a:off x="6143625" y="1762125"/>
            <a:ext cx="2095500" cy="26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94A3B8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Third party liability insurance consumes 15–25% of mission CapEx for space debris damage risks.</a:t>
            </a:r>
            <a:endParaRPr b="0" sz="1100">
              <a:solidFill>
                <a:srgbClr val="94A3B8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  <a:p>
            <a:pPr indent="0" lvl="0" marL="0" rtl="0" algn="l">
              <a:spcBef>
                <a:spcPts val="10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Cost Reduction Strategy:</a:t>
            </a:r>
            <a:endParaRPr b="0" sz="1100">
              <a:solidFill>
                <a:srgbClr val="F1C23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01.</a:t>
            </a:r>
            <a:r>
              <a:rPr b="0" lang="en" sz="1100">
                <a:solidFill>
                  <a:srgbClr val="E2E8F0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Ensure zero orbital debris with 100% containment.</a:t>
            </a:r>
            <a:endParaRPr b="0" sz="1100">
              <a:solidFill>
                <a:srgbClr val="E2E8F0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670" name="Google Shape;2670;p110">
            <a:hlinkClick action="ppaction://hlinkshowjump?jump=previousslide"/>
          </p:cNvPr>
          <p:cNvSpPr/>
          <p:nvPr/>
        </p:nvSpPr>
        <p:spPr>
          <a:xfrm rot="2700000">
            <a:off x="242640" y="19519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110"/>
          <p:cNvSpPr/>
          <p:nvPr/>
        </p:nvSpPr>
        <p:spPr>
          <a:xfrm>
            <a:off x="194250" y="2619642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2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672" name="Google Shape;2672;p110"/>
          <p:cNvSpPr/>
          <p:nvPr/>
        </p:nvSpPr>
        <p:spPr>
          <a:xfrm>
            <a:off x="190588" y="2161967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673" name="Google Shape;2673;p110">
            <a:hlinkClick action="ppaction://hlinkshowjump?jump=nextslide"/>
          </p:cNvPr>
          <p:cNvSpPr/>
          <p:nvPr/>
        </p:nvSpPr>
        <p:spPr>
          <a:xfrm rot="-8100000">
            <a:off x="242640" y="29578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7" name="Shape 2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8" name="Google Shape;2678;p111"/>
          <p:cNvGrpSpPr/>
          <p:nvPr/>
        </p:nvGrpSpPr>
        <p:grpSpPr>
          <a:xfrm>
            <a:off x="8669664" y="245588"/>
            <a:ext cx="228825" cy="228825"/>
            <a:chOff x="3023950" y="3689950"/>
            <a:chExt cx="316100" cy="316100"/>
          </a:xfrm>
        </p:grpSpPr>
        <p:sp>
          <p:nvSpPr>
            <p:cNvPr id="2679" name="Google Shape;2679;p11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11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11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2" name="Google Shape;2682;p111"/>
          <p:cNvGrpSpPr/>
          <p:nvPr/>
        </p:nvGrpSpPr>
        <p:grpSpPr>
          <a:xfrm>
            <a:off x="8669427" y="4669065"/>
            <a:ext cx="228825" cy="228856"/>
            <a:chOff x="3023950" y="3689950"/>
            <a:chExt cx="316100" cy="316100"/>
          </a:xfrm>
        </p:grpSpPr>
        <p:sp>
          <p:nvSpPr>
            <p:cNvPr id="2683" name="Google Shape;2683;p11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11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11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86" name="Google Shape;2686;p111"/>
          <p:cNvGrpSpPr/>
          <p:nvPr/>
        </p:nvGrpSpPr>
        <p:grpSpPr>
          <a:xfrm>
            <a:off x="245739" y="245588"/>
            <a:ext cx="228825" cy="228825"/>
            <a:chOff x="3023950" y="3689950"/>
            <a:chExt cx="316100" cy="316100"/>
          </a:xfrm>
        </p:grpSpPr>
        <p:sp>
          <p:nvSpPr>
            <p:cNvPr id="2687" name="Google Shape;2687;p111"/>
            <p:cNvSpPr/>
            <p:nvPr/>
          </p:nvSpPr>
          <p:spPr>
            <a:xfrm>
              <a:off x="3069000" y="3735000"/>
              <a:ext cx="225300" cy="225300"/>
            </a:xfrm>
            <a:custGeom>
              <a:rect b="b" l="l" r="r" t="t"/>
              <a:pathLst>
                <a:path extrusionOk="0" fill="none" h="9012" w="9012">
                  <a:moveTo>
                    <a:pt x="9012" y="4520"/>
                  </a:moveTo>
                  <a:cubicBezTo>
                    <a:pt x="9012" y="7015"/>
                    <a:pt x="6988" y="9011"/>
                    <a:pt x="4520" y="9011"/>
                  </a:cubicBezTo>
                  <a:cubicBezTo>
                    <a:pt x="2025" y="9011"/>
                    <a:pt x="1" y="7015"/>
                    <a:pt x="1" y="4520"/>
                  </a:cubicBezTo>
                  <a:cubicBezTo>
                    <a:pt x="1" y="2025"/>
                    <a:pt x="2025" y="1"/>
                    <a:pt x="4520" y="1"/>
                  </a:cubicBezTo>
                  <a:cubicBezTo>
                    <a:pt x="6988" y="1"/>
                    <a:pt x="9012" y="2025"/>
                    <a:pt x="9012" y="4520"/>
                  </a:cubicBezTo>
                  <a:close/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111"/>
            <p:cNvSpPr/>
            <p:nvPr/>
          </p:nvSpPr>
          <p:spPr>
            <a:xfrm>
              <a:off x="3182000" y="3689950"/>
              <a:ext cx="25" cy="316100"/>
            </a:xfrm>
            <a:custGeom>
              <a:rect b="b" l="l" r="r" t="t"/>
              <a:pathLst>
                <a:path extrusionOk="0" fill="none" h="12644" w="1">
                  <a:moveTo>
                    <a:pt x="0" y="0"/>
                  </a:moveTo>
                  <a:lnTo>
                    <a:pt x="0" y="12643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111"/>
            <p:cNvSpPr/>
            <p:nvPr/>
          </p:nvSpPr>
          <p:spPr>
            <a:xfrm>
              <a:off x="3023950" y="3847975"/>
              <a:ext cx="316100" cy="25"/>
            </a:xfrm>
            <a:custGeom>
              <a:rect b="b" l="l" r="r" t="t"/>
              <a:pathLst>
                <a:path extrusionOk="0" fill="none" h="1" w="12644">
                  <a:moveTo>
                    <a:pt x="1" y="1"/>
                  </a:moveTo>
                  <a:lnTo>
                    <a:pt x="12644" y="1"/>
                  </a:lnTo>
                </a:path>
              </a:pathLst>
            </a:custGeom>
            <a:noFill/>
            <a:ln cap="flat" cmpd="sng" w="9000">
              <a:solidFill>
                <a:schemeClr val="lt1"/>
              </a:solidFill>
              <a:prstDash val="solid"/>
              <a:miter lim="27725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90" name="Google Shape;2690;p111"/>
          <p:cNvSpPr txBox="1"/>
          <p:nvPr>
            <p:ph type="title"/>
          </p:nvPr>
        </p:nvSpPr>
        <p:spPr>
          <a:xfrm>
            <a:off x="714375" y="400050"/>
            <a:ext cx="76200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2800">
                <a:solidFill>
                  <a:srgbClr val="F1C232"/>
                </a:solidFill>
                <a:latin typeface="Teko Medium"/>
                <a:ea typeface="Teko Medium"/>
                <a:cs typeface="Teko Medium"/>
                <a:sym typeface="Teko Medium"/>
              </a:rPr>
              <a:t>CUSTOMERS, PRICING AND MARKET REALITY</a:t>
            </a:r>
            <a:endParaRPr b="0" sz="2800">
              <a:solidFill>
                <a:srgbClr val="F1C232"/>
              </a:solidFill>
              <a:latin typeface="Teko Medium"/>
              <a:ea typeface="Teko Medium"/>
              <a:cs typeface="Teko Medium"/>
              <a:sym typeface="Teko Medium"/>
            </a:endParaRPr>
          </a:p>
        </p:txBody>
      </p:sp>
      <p:sp>
        <p:nvSpPr>
          <p:cNvPr id="2691" name="Google Shape;2691;p111"/>
          <p:cNvSpPr/>
          <p:nvPr/>
        </p:nvSpPr>
        <p:spPr>
          <a:xfrm>
            <a:off x="4375350" y="2249390"/>
            <a:ext cx="393300" cy="3933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111">
            <a:hlinkClick action="ppaction://hlinkshowjump?jump=previousslide"/>
          </p:cNvPr>
          <p:cNvSpPr/>
          <p:nvPr/>
        </p:nvSpPr>
        <p:spPr>
          <a:xfrm rot="2700000">
            <a:off x="242640" y="19519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3" name="Google Shape;2693;p111"/>
          <p:cNvSpPr/>
          <p:nvPr/>
        </p:nvSpPr>
        <p:spPr>
          <a:xfrm>
            <a:off x="194250" y="2619642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3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694" name="Google Shape;2694;p111"/>
          <p:cNvSpPr/>
          <p:nvPr/>
        </p:nvSpPr>
        <p:spPr>
          <a:xfrm>
            <a:off x="190588" y="2161967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695" name="Google Shape;2695;p111">
            <a:hlinkClick action="ppaction://hlinkshowjump?jump=nextslide"/>
          </p:cNvPr>
          <p:cNvSpPr/>
          <p:nvPr/>
        </p:nvSpPr>
        <p:spPr>
          <a:xfrm rot="-8100000">
            <a:off x="242640" y="29578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96" name="Google Shape;2696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80775" y="57375"/>
            <a:ext cx="1549001" cy="116175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97" name="Google Shape;2697;p111"/>
          <p:cNvCxnSpPr/>
          <p:nvPr/>
        </p:nvCxnSpPr>
        <p:spPr>
          <a:xfrm>
            <a:off x="8106875" y="4830200"/>
            <a:ext cx="365700" cy="130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98" name="Google Shape;2698;p111"/>
          <p:cNvSpPr/>
          <p:nvPr/>
        </p:nvSpPr>
        <p:spPr>
          <a:xfrm>
            <a:off x="714375" y="1143000"/>
            <a:ext cx="3619500" cy="3333900"/>
          </a:xfrm>
          <a:prstGeom prst="roundRect">
            <a:avLst>
              <a:gd fmla="val 1714" name="adj"/>
            </a:avLst>
          </a:prstGeom>
          <a:solidFill>
            <a:srgbClr val="25272E"/>
          </a:solidFill>
          <a:ln cap="flat" cmpd="sng" w="143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9" name="Google Shape;2699;p111"/>
          <p:cNvSpPr txBox="1"/>
          <p:nvPr/>
        </p:nvSpPr>
        <p:spPr>
          <a:xfrm>
            <a:off x="904875" y="1285875"/>
            <a:ext cx="32385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1C232"/>
                </a:solidFill>
                <a:latin typeface="Teko Medium"/>
                <a:ea typeface="Teko Medium"/>
                <a:cs typeface="Teko Medium"/>
                <a:sym typeface="Teko Medium"/>
              </a:rPr>
              <a:t>PRIMARY RESOURCE</a:t>
            </a:r>
            <a:endParaRPr sz="2000">
              <a:solidFill>
                <a:srgbClr val="F1C232"/>
              </a:solidFill>
              <a:latin typeface="Teko Medium"/>
              <a:ea typeface="Teko Medium"/>
              <a:cs typeface="Teko Medium"/>
              <a:sym typeface="Tek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E2E8F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Water and Hydrated resources:</a:t>
            </a:r>
            <a:endParaRPr b="0" sz="1200">
              <a:solidFill>
                <a:srgbClr val="E2E8F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01. Rocket Propellant &amp; Life Support</a:t>
            </a:r>
            <a:endParaRPr b="0" sz="1100">
              <a:solidFill>
                <a:srgbClr val="F1C23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Water can be used as a rocket propellant and life support for crew in outer space.</a:t>
            </a:r>
            <a:endParaRPr sz="1000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02. Radiation Shielding</a:t>
            </a:r>
            <a:endParaRPr b="0" sz="1100">
              <a:solidFill>
                <a:srgbClr val="F1C23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Water and silicates can be used in radiation shielding.</a:t>
            </a:r>
            <a:endParaRPr sz="1000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03. Space Metallurgy</a:t>
            </a:r>
            <a:endParaRPr b="0" sz="1100">
              <a:solidFill>
                <a:srgbClr val="F1C23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Source of magnesium and silicon for metallurgy in space matures.</a:t>
            </a:r>
            <a:endParaRPr sz="1000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00" name="Google Shape;2700;p111"/>
          <p:cNvSpPr/>
          <p:nvPr/>
        </p:nvSpPr>
        <p:spPr>
          <a:xfrm>
            <a:off x="4524375" y="1143000"/>
            <a:ext cx="3905400" cy="2000100"/>
          </a:xfrm>
          <a:prstGeom prst="roundRect">
            <a:avLst>
              <a:gd fmla="val 2857" name="adj"/>
            </a:avLst>
          </a:prstGeom>
          <a:solidFill>
            <a:srgbClr val="25272E"/>
          </a:solidFill>
          <a:ln cap="flat" cmpd="sng" w="143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1" name="Google Shape;2701;p111"/>
          <p:cNvSpPr txBox="1"/>
          <p:nvPr/>
        </p:nvSpPr>
        <p:spPr>
          <a:xfrm>
            <a:off x="4714875" y="1285875"/>
            <a:ext cx="352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1C232"/>
                </a:solidFill>
                <a:latin typeface="Teko Medium"/>
                <a:ea typeface="Teko Medium"/>
                <a:cs typeface="Teko Medium"/>
                <a:sym typeface="Teko Medium"/>
              </a:rPr>
              <a:t>OTHER OPTIONS</a:t>
            </a:r>
            <a:endParaRPr sz="2000">
              <a:solidFill>
                <a:srgbClr val="F1C232"/>
              </a:solidFill>
              <a:latin typeface="Teko Medium"/>
              <a:ea typeface="Teko Medium"/>
              <a:cs typeface="Teko Medium"/>
              <a:sym typeface="Tek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>
                <a:solidFill>
                  <a:srgbClr val="E2E8F0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Carbon, Nitrogen and other organic substances:</a:t>
            </a:r>
            <a:endParaRPr b="0" sz="1200">
              <a:solidFill>
                <a:srgbClr val="E2E8F0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01. Hydrocarbon Fuels</a:t>
            </a:r>
            <a:endParaRPr b="0" sz="1100">
              <a:solidFill>
                <a:srgbClr val="F1C23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 space hydrocarbon fuels.</a:t>
            </a:r>
            <a:endParaRPr sz="1000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F1C23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rPr>
              <a:t>02. Carbon Polymers</a:t>
            </a:r>
            <a:endParaRPr b="0" sz="1100">
              <a:solidFill>
                <a:srgbClr val="F1C232"/>
              </a:solidFill>
              <a:latin typeface="Source Code Pro Medium"/>
              <a:ea typeface="Source Code Pro Medium"/>
              <a:cs typeface="Source Code Pro Medium"/>
              <a:sym typeface="Source Code Pr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94A3B8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 space manufacture of carbon polymers.</a:t>
            </a:r>
            <a:endParaRPr sz="1000">
              <a:solidFill>
                <a:srgbClr val="94A3B8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2702" name="Google Shape;2702;p111"/>
          <p:cNvSpPr/>
          <p:nvPr/>
        </p:nvSpPr>
        <p:spPr>
          <a:xfrm>
            <a:off x="4524375" y="3333750"/>
            <a:ext cx="3905400" cy="1143000"/>
          </a:xfrm>
          <a:prstGeom prst="roundRect">
            <a:avLst>
              <a:gd fmla="val 5000" name="adj"/>
            </a:avLst>
          </a:prstGeom>
          <a:solidFill>
            <a:srgbClr val="25272E"/>
          </a:solidFill>
          <a:ln cap="flat" cmpd="sng" w="14300">
            <a:solidFill>
              <a:srgbClr val="B45F0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3" name="Google Shape;2703;p111"/>
          <p:cNvSpPr txBox="1"/>
          <p:nvPr/>
        </p:nvSpPr>
        <p:spPr>
          <a:xfrm>
            <a:off x="4714875" y="3476625"/>
            <a:ext cx="35244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F1C232"/>
                </a:solidFill>
                <a:latin typeface="Teko Medium"/>
                <a:ea typeface="Teko Medium"/>
                <a:cs typeface="Teko Medium"/>
                <a:sym typeface="Teko Medium"/>
              </a:rPr>
              <a:t>TARGET BASE:</a:t>
            </a:r>
            <a:endParaRPr sz="2000">
              <a:solidFill>
                <a:srgbClr val="F1C232"/>
              </a:solidFill>
              <a:latin typeface="Teko Medium"/>
              <a:ea typeface="Teko Medium"/>
              <a:cs typeface="Teko Medium"/>
              <a:sym typeface="Teko Medium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rgbClr val="E2E8F0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People in orbital economy</a:t>
            </a:r>
            <a:endParaRPr b="0" sz="1300">
              <a:solidFill>
                <a:srgbClr val="E2E8F0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grpSp>
        <p:nvGrpSpPr>
          <p:cNvPr id="2704" name="Google Shape;2704;p111"/>
          <p:cNvGrpSpPr/>
          <p:nvPr/>
        </p:nvGrpSpPr>
        <p:grpSpPr>
          <a:xfrm>
            <a:off x="7493692" y="3600893"/>
            <a:ext cx="613179" cy="608710"/>
            <a:chOff x="5551325" y="2110622"/>
            <a:chExt cx="362699" cy="360077"/>
          </a:xfrm>
        </p:grpSpPr>
        <p:sp>
          <p:nvSpPr>
            <p:cNvPr id="2705" name="Google Shape;2705;p111"/>
            <p:cNvSpPr/>
            <p:nvPr/>
          </p:nvSpPr>
          <p:spPr>
            <a:xfrm>
              <a:off x="5648214" y="2205663"/>
              <a:ext cx="171348" cy="169768"/>
            </a:xfrm>
            <a:custGeom>
              <a:rect b="b" l="l" r="r" t="t"/>
              <a:pathLst>
                <a:path extrusionOk="0" h="5050" w="5097">
                  <a:moveTo>
                    <a:pt x="2549" y="1454"/>
                  </a:moveTo>
                  <a:cubicBezTo>
                    <a:pt x="3144" y="1454"/>
                    <a:pt x="3620" y="1930"/>
                    <a:pt x="3620" y="2525"/>
                  </a:cubicBezTo>
                  <a:cubicBezTo>
                    <a:pt x="3620" y="3121"/>
                    <a:pt x="3144" y="3597"/>
                    <a:pt x="2549" y="3597"/>
                  </a:cubicBezTo>
                  <a:cubicBezTo>
                    <a:pt x="1953" y="3597"/>
                    <a:pt x="1477" y="3121"/>
                    <a:pt x="1477" y="2525"/>
                  </a:cubicBezTo>
                  <a:cubicBezTo>
                    <a:pt x="1477" y="1930"/>
                    <a:pt x="1953" y="1454"/>
                    <a:pt x="2549" y="1454"/>
                  </a:cubicBezTo>
                  <a:close/>
                  <a:moveTo>
                    <a:pt x="2549" y="1"/>
                  </a:moveTo>
                  <a:cubicBezTo>
                    <a:pt x="2429" y="1"/>
                    <a:pt x="2334" y="72"/>
                    <a:pt x="2334" y="191"/>
                  </a:cubicBezTo>
                  <a:lnTo>
                    <a:pt x="2334" y="1049"/>
                  </a:lnTo>
                  <a:cubicBezTo>
                    <a:pt x="2072" y="1073"/>
                    <a:pt x="1858" y="1192"/>
                    <a:pt x="1644" y="1335"/>
                  </a:cubicBezTo>
                  <a:lnTo>
                    <a:pt x="1310" y="1001"/>
                  </a:lnTo>
                  <a:cubicBezTo>
                    <a:pt x="1274" y="954"/>
                    <a:pt x="1221" y="930"/>
                    <a:pt x="1167" y="930"/>
                  </a:cubicBezTo>
                  <a:cubicBezTo>
                    <a:pt x="1114" y="930"/>
                    <a:pt x="1060" y="954"/>
                    <a:pt x="1024" y="1001"/>
                  </a:cubicBezTo>
                  <a:cubicBezTo>
                    <a:pt x="929" y="1073"/>
                    <a:pt x="929" y="1215"/>
                    <a:pt x="1024" y="1287"/>
                  </a:cubicBezTo>
                  <a:lnTo>
                    <a:pt x="1358" y="1620"/>
                  </a:lnTo>
                  <a:cubicBezTo>
                    <a:pt x="1191" y="1835"/>
                    <a:pt x="1096" y="2049"/>
                    <a:pt x="1072" y="2311"/>
                  </a:cubicBezTo>
                  <a:lnTo>
                    <a:pt x="215" y="2311"/>
                  </a:lnTo>
                  <a:cubicBezTo>
                    <a:pt x="96" y="2311"/>
                    <a:pt x="0" y="2406"/>
                    <a:pt x="0" y="2525"/>
                  </a:cubicBezTo>
                  <a:cubicBezTo>
                    <a:pt x="0" y="2644"/>
                    <a:pt x="96" y="2740"/>
                    <a:pt x="215" y="2740"/>
                  </a:cubicBezTo>
                  <a:lnTo>
                    <a:pt x="1072" y="2740"/>
                  </a:lnTo>
                  <a:cubicBezTo>
                    <a:pt x="1096" y="3002"/>
                    <a:pt x="1191" y="3216"/>
                    <a:pt x="1358" y="3430"/>
                  </a:cubicBezTo>
                  <a:lnTo>
                    <a:pt x="1024" y="3764"/>
                  </a:lnTo>
                  <a:cubicBezTo>
                    <a:pt x="929" y="3835"/>
                    <a:pt x="929" y="3978"/>
                    <a:pt x="1024" y="4049"/>
                  </a:cubicBezTo>
                  <a:cubicBezTo>
                    <a:pt x="1048" y="4097"/>
                    <a:pt x="1120" y="4121"/>
                    <a:pt x="1167" y="4121"/>
                  </a:cubicBezTo>
                  <a:cubicBezTo>
                    <a:pt x="1215" y="4121"/>
                    <a:pt x="1263" y="4097"/>
                    <a:pt x="1310" y="4049"/>
                  </a:cubicBezTo>
                  <a:lnTo>
                    <a:pt x="1644" y="3716"/>
                  </a:lnTo>
                  <a:cubicBezTo>
                    <a:pt x="1858" y="3859"/>
                    <a:pt x="2072" y="3978"/>
                    <a:pt x="2334" y="4002"/>
                  </a:cubicBezTo>
                  <a:lnTo>
                    <a:pt x="2334" y="4859"/>
                  </a:lnTo>
                  <a:cubicBezTo>
                    <a:pt x="2334" y="4978"/>
                    <a:pt x="2429" y="5050"/>
                    <a:pt x="2549" y="5050"/>
                  </a:cubicBezTo>
                  <a:cubicBezTo>
                    <a:pt x="2668" y="5050"/>
                    <a:pt x="2763" y="4978"/>
                    <a:pt x="2763" y="4859"/>
                  </a:cubicBezTo>
                  <a:lnTo>
                    <a:pt x="2763" y="4002"/>
                  </a:lnTo>
                  <a:cubicBezTo>
                    <a:pt x="3025" y="3978"/>
                    <a:pt x="3239" y="3859"/>
                    <a:pt x="3454" y="3716"/>
                  </a:cubicBezTo>
                  <a:lnTo>
                    <a:pt x="3787" y="4049"/>
                  </a:lnTo>
                  <a:cubicBezTo>
                    <a:pt x="3835" y="4097"/>
                    <a:pt x="3882" y="4121"/>
                    <a:pt x="3930" y="4121"/>
                  </a:cubicBezTo>
                  <a:cubicBezTo>
                    <a:pt x="3977" y="4121"/>
                    <a:pt x="4049" y="4097"/>
                    <a:pt x="4073" y="4049"/>
                  </a:cubicBezTo>
                  <a:cubicBezTo>
                    <a:pt x="4168" y="3978"/>
                    <a:pt x="4168" y="3835"/>
                    <a:pt x="4073" y="3764"/>
                  </a:cubicBezTo>
                  <a:lnTo>
                    <a:pt x="3739" y="3430"/>
                  </a:lnTo>
                  <a:cubicBezTo>
                    <a:pt x="3906" y="3216"/>
                    <a:pt x="4001" y="3002"/>
                    <a:pt x="4025" y="2740"/>
                  </a:cubicBezTo>
                  <a:lnTo>
                    <a:pt x="4882" y="2740"/>
                  </a:lnTo>
                  <a:cubicBezTo>
                    <a:pt x="5001" y="2740"/>
                    <a:pt x="5097" y="2644"/>
                    <a:pt x="5097" y="2525"/>
                  </a:cubicBezTo>
                  <a:cubicBezTo>
                    <a:pt x="5097" y="2406"/>
                    <a:pt x="5001" y="2311"/>
                    <a:pt x="4882" y="2311"/>
                  </a:cubicBezTo>
                  <a:lnTo>
                    <a:pt x="4025" y="2311"/>
                  </a:lnTo>
                  <a:cubicBezTo>
                    <a:pt x="4001" y="2049"/>
                    <a:pt x="3906" y="1835"/>
                    <a:pt x="3739" y="1620"/>
                  </a:cubicBezTo>
                  <a:lnTo>
                    <a:pt x="4073" y="1287"/>
                  </a:lnTo>
                  <a:cubicBezTo>
                    <a:pt x="4168" y="1215"/>
                    <a:pt x="4168" y="1073"/>
                    <a:pt x="4073" y="1001"/>
                  </a:cubicBezTo>
                  <a:cubicBezTo>
                    <a:pt x="4037" y="954"/>
                    <a:pt x="3983" y="930"/>
                    <a:pt x="3930" y="930"/>
                  </a:cubicBezTo>
                  <a:cubicBezTo>
                    <a:pt x="3876" y="930"/>
                    <a:pt x="3823" y="954"/>
                    <a:pt x="3787" y="1001"/>
                  </a:cubicBezTo>
                  <a:lnTo>
                    <a:pt x="3454" y="1335"/>
                  </a:lnTo>
                  <a:cubicBezTo>
                    <a:pt x="3239" y="1192"/>
                    <a:pt x="3025" y="1073"/>
                    <a:pt x="2763" y="1049"/>
                  </a:cubicBezTo>
                  <a:lnTo>
                    <a:pt x="2763" y="191"/>
                  </a:lnTo>
                  <a:cubicBezTo>
                    <a:pt x="2763" y="72"/>
                    <a:pt x="2668" y="1"/>
                    <a:pt x="254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4550" lIns="154550" spcFirstLastPara="1" rIns="154550" wrap="square" tIns="154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111"/>
            <p:cNvSpPr/>
            <p:nvPr/>
          </p:nvSpPr>
          <p:spPr>
            <a:xfrm>
              <a:off x="5613788" y="2170262"/>
              <a:ext cx="252198" cy="240399"/>
            </a:xfrm>
            <a:custGeom>
              <a:rect b="b" l="l" r="r" t="t"/>
              <a:pathLst>
                <a:path extrusionOk="0" h="7151" w="7502">
                  <a:moveTo>
                    <a:pt x="6668" y="4483"/>
                  </a:moveTo>
                  <a:cubicBezTo>
                    <a:pt x="6907" y="4483"/>
                    <a:pt x="7097" y="4674"/>
                    <a:pt x="7097" y="4912"/>
                  </a:cubicBezTo>
                  <a:cubicBezTo>
                    <a:pt x="7097" y="5126"/>
                    <a:pt x="6907" y="5317"/>
                    <a:pt x="6668" y="5317"/>
                  </a:cubicBezTo>
                  <a:cubicBezTo>
                    <a:pt x="6454" y="5317"/>
                    <a:pt x="6264" y="5126"/>
                    <a:pt x="6264" y="4912"/>
                  </a:cubicBezTo>
                  <a:cubicBezTo>
                    <a:pt x="6264" y="4674"/>
                    <a:pt x="6454" y="4483"/>
                    <a:pt x="6668" y="4483"/>
                  </a:cubicBezTo>
                  <a:close/>
                  <a:moveTo>
                    <a:pt x="3573" y="429"/>
                  </a:moveTo>
                  <a:cubicBezTo>
                    <a:pt x="4382" y="429"/>
                    <a:pt x="5192" y="732"/>
                    <a:pt x="5811" y="1340"/>
                  </a:cubicBezTo>
                  <a:cubicBezTo>
                    <a:pt x="6526" y="2078"/>
                    <a:pt x="6859" y="3078"/>
                    <a:pt x="6692" y="4078"/>
                  </a:cubicBezTo>
                  <a:lnTo>
                    <a:pt x="6668" y="4078"/>
                  </a:lnTo>
                  <a:cubicBezTo>
                    <a:pt x="6216" y="4078"/>
                    <a:pt x="5835" y="4436"/>
                    <a:pt x="5835" y="4912"/>
                  </a:cubicBezTo>
                  <a:cubicBezTo>
                    <a:pt x="5835" y="5126"/>
                    <a:pt x="5930" y="5341"/>
                    <a:pt x="6097" y="5483"/>
                  </a:cubicBezTo>
                  <a:cubicBezTo>
                    <a:pt x="6002" y="5602"/>
                    <a:pt x="5906" y="5722"/>
                    <a:pt x="5811" y="5817"/>
                  </a:cubicBezTo>
                  <a:cubicBezTo>
                    <a:pt x="5192" y="6424"/>
                    <a:pt x="4382" y="6728"/>
                    <a:pt x="3573" y="6728"/>
                  </a:cubicBezTo>
                  <a:cubicBezTo>
                    <a:pt x="2763" y="6728"/>
                    <a:pt x="1953" y="6424"/>
                    <a:pt x="1334" y="5817"/>
                  </a:cubicBezTo>
                  <a:cubicBezTo>
                    <a:pt x="739" y="5221"/>
                    <a:pt x="405" y="4412"/>
                    <a:pt x="405" y="3578"/>
                  </a:cubicBezTo>
                  <a:cubicBezTo>
                    <a:pt x="405" y="2745"/>
                    <a:pt x="739" y="1935"/>
                    <a:pt x="1334" y="1340"/>
                  </a:cubicBezTo>
                  <a:cubicBezTo>
                    <a:pt x="1953" y="732"/>
                    <a:pt x="2763" y="429"/>
                    <a:pt x="3573" y="429"/>
                  </a:cubicBezTo>
                  <a:close/>
                  <a:moveTo>
                    <a:pt x="3573" y="0"/>
                  </a:moveTo>
                  <a:cubicBezTo>
                    <a:pt x="2656" y="0"/>
                    <a:pt x="1739" y="351"/>
                    <a:pt x="1048" y="1054"/>
                  </a:cubicBezTo>
                  <a:cubicBezTo>
                    <a:pt x="358" y="1721"/>
                    <a:pt x="0" y="2626"/>
                    <a:pt x="0" y="3578"/>
                  </a:cubicBezTo>
                  <a:cubicBezTo>
                    <a:pt x="0" y="4531"/>
                    <a:pt x="358" y="5436"/>
                    <a:pt x="1048" y="6103"/>
                  </a:cubicBezTo>
                  <a:cubicBezTo>
                    <a:pt x="1739" y="6793"/>
                    <a:pt x="2644" y="7150"/>
                    <a:pt x="3573" y="7150"/>
                  </a:cubicBezTo>
                  <a:cubicBezTo>
                    <a:pt x="4501" y="7150"/>
                    <a:pt x="5406" y="6793"/>
                    <a:pt x="6097" y="6103"/>
                  </a:cubicBezTo>
                  <a:cubicBezTo>
                    <a:pt x="6240" y="5984"/>
                    <a:pt x="6335" y="5841"/>
                    <a:pt x="6454" y="5698"/>
                  </a:cubicBezTo>
                  <a:cubicBezTo>
                    <a:pt x="6526" y="5722"/>
                    <a:pt x="6597" y="5745"/>
                    <a:pt x="6668" y="5745"/>
                  </a:cubicBezTo>
                  <a:cubicBezTo>
                    <a:pt x="7145" y="5745"/>
                    <a:pt x="7502" y="5364"/>
                    <a:pt x="7502" y="4912"/>
                  </a:cubicBezTo>
                  <a:cubicBezTo>
                    <a:pt x="7502" y="4602"/>
                    <a:pt x="7335" y="4340"/>
                    <a:pt x="7097" y="4197"/>
                  </a:cubicBezTo>
                  <a:cubicBezTo>
                    <a:pt x="7311" y="3031"/>
                    <a:pt x="6930" y="1887"/>
                    <a:pt x="6097" y="1054"/>
                  </a:cubicBezTo>
                  <a:cubicBezTo>
                    <a:pt x="5406" y="351"/>
                    <a:pt x="4489" y="0"/>
                    <a:pt x="35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4550" lIns="154550" spcFirstLastPara="1" rIns="154550" wrap="square" tIns="154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111"/>
            <p:cNvSpPr/>
            <p:nvPr/>
          </p:nvSpPr>
          <p:spPr>
            <a:xfrm>
              <a:off x="5551325" y="2110622"/>
              <a:ext cx="362699" cy="360077"/>
            </a:xfrm>
            <a:custGeom>
              <a:rect b="b" l="l" r="r" t="t"/>
              <a:pathLst>
                <a:path extrusionOk="0" h="10711" w="10789">
                  <a:moveTo>
                    <a:pt x="1787" y="1042"/>
                  </a:moveTo>
                  <a:cubicBezTo>
                    <a:pt x="2168" y="1042"/>
                    <a:pt x="2478" y="1351"/>
                    <a:pt x="2478" y="1709"/>
                  </a:cubicBezTo>
                  <a:cubicBezTo>
                    <a:pt x="2478" y="2090"/>
                    <a:pt x="2168" y="2399"/>
                    <a:pt x="1787" y="2399"/>
                  </a:cubicBezTo>
                  <a:cubicBezTo>
                    <a:pt x="1406" y="2399"/>
                    <a:pt x="1096" y="2090"/>
                    <a:pt x="1096" y="1709"/>
                  </a:cubicBezTo>
                  <a:cubicBezTo>
                    <a:pt x="1096" y="1351"/>
                    <a:pt x="1406" y="1042"/>
                    <a:pt x="1787" y="1042"/>
                  </a:cubicBezTo>
                  <a:close/>
                  <a:moveTo>
                    <a:pt x="5436" y="416"/>
                  </a:moveTo>
                  <a:cubicBezTo>
                    <a:pt x="6705" y="416"/>
                    <a:pt x="7966" y="910"/>
                    <a:pt x="8931" y="1875"/>
                  </a:cubicBezTo>
                  <a:cubicBezTo>
                    <a:pt x="9860" y="2804"/>
                    <a:pt x="10360" y="4042"/>
                    <a:pt x="10360" y="5352"/>
                  </a:cubicBezTo>
                  <a:cubicBezTo>
                    <a:pt x="10360" y="6662"/>
                    <a:pt x="9860" y="7900"/>
                    <a:pt x="8931" y="8829"/>
                  </a:cubicBezTo>
                  <a:cubicBezTo>
                    <a:pt x="7967" y="9794"/>
                    <a:pt x="6699" y="10276"/>
                    <a:pt x="5431" y="10276"/>
                  </a:cubicBezTo>
                  <a:cubicBezTo>
                    <a:pt x="4162" y="10276"/>
                    <a:pt x="2894" y="9794"/>
                    <a:pt x="1930" y="8829"/>
                  </a:cubicBezTo>
                  <a:cubicBezTo>
                    <a:pt x="287" y="7186"/>
                    <a:pt x="25" y="4638"/>
                    <a:pt x="1263" y="2685"/>
                  </a:cubicBezTo>
                  <a:lnTo>
                    <a:pt x="1263" y="2685"/>
                  </a:lnTo>
                  <a:cubicBezTo>
                    <a:pt x="1430" y="2780"/>
                    <a:pt x="1596" y="2828"/>
                    <a:pt x="1787" y="2828"/>
                  </a:cubicBezTo>
                  <a:cubicBezTo>
                    <a:pt x="2406" y="2828"/>
                    <a:pt x="2882" y="2328"/>
                    <a:pt x="2882" y="1709"/>
                  </a:cubicBezTo>
                  <a:cubicBezTo>
                    <a:pt x="2882" y="1542"/>
                    <a:pt x="2835" y="1351"/>
                    <a:pt x="2763" y="1209"/>
                  </a:cubicBezTo>
                  <a:cubicBezTo>
                    <a:pt x="3585" y="677"/>
                    <a:pt x="4513" y="416"/>
                    <a:pt x="5436" y="416"/>
                  </a:cubicBezTo>
                  <a:close/>
                  <a:moveTo>
                    <a:pt x="5435" y="1"/>
                  </a:moveTo>
                  <a:cubicBezTo>
                    <a:pt x="4388" y="1"/>
                    <a:pt x="3362" y="309"/>
                    <a:pt x="2501" y="875"/>
                  </a:cubicBezTo>
                  <a:cubicBezTo>
                    <a:pt x="2311" y="708"/>
                    <a:pt x="2049" y="613"/>
                    <a:pt x="1787" y="613"/>
                  </a:cubicBezTo>
                  <a:cubicBezTo>
                    <a:pt x="1192" y="613"/>
                    <a:pt x="691" y="1113"/>
                    <a:pt x="691" y="1709"/>
                  </a:cubicBezTo>
                  <a:cubicBezTo>
                    <a:pt x="691" y="1994"/>
                    <a:pt x="787" y="2233"/>
                    <a:pt x="953" y="2423"/>
                  </a:cubicBezTo>
                  <a:cubicBezTo>
                    <a:pt x="287" y="3423"/>
                    <a:pt x="1" y="4590"/>
                    <a:pt x="96" y="5781"/>
                  </a:cubicBezTo>
                  <a:cubicBezTo>
                    <a:pt x="191" y="7043"/>
                    <a:pt x="739" y="8234"/>
                    <a:pt x="1644" y="9139"/>
                  </a:cubicBezTo>
                  <a:cubicBezTo>
                    <a:pt x="2644" y="10139"/>
                    <a:pt x="4002" y="10710"/>
                    <a:pt x="5431" y="10710"/>
                  </a:cubicBezTo>
                  <a:cubicBezTo>
                    <a:pt x="6859" y="10710"/>
                    <a:pt x="8217" y="10139"/>
                    <a:pt x="9217" y="9139"/>
                  </a:cubicBezTo>
                  <a:cubicBezTo>
                    <a:pt x="10241" y="8115"/>
                    <a:pt x="10789" y="6781"/>
                    <a:pt x="10789" y="5352"/>
                  </a:cubicBezTo>
                  <a:cubicBezTo>
                    <a:pt x="10789" y="3923"/>
                    <a:pt x="10241" y="2590"/>
                    <a:pt x="9217" y="1566"/>
                  </a:cubicBezTo>
                  <a:cubicBezTo>
                    <a:pt x="8312" y="685"/>
                    <a:pt x="7121" y="137"/>
                    <a:pt x="5859" y="18"/>
                  </a:cubicBezTo>
                  <a:cubicBezTo>
                    <a:pt x="5718" y="7"/>
                    <a:pt x="5576" y="1"/>
                    <a:pt x="543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154550" lIns="154550" spcFirstLastPara="1" rIns="154550" wrap="square" tIns="15455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1" name="Shape 2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2" name="Google Shape;2712;p112"/>
          <p:cNvSpPr txBox="1"/>
          <p:nvPr/>
        </p:nvSpPr>
        <p:spPr>
          <a:xfrm>
            <a:off x="815228" y="3582275"/>
            <a:ext cx="20931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The cislunar transit market requires 150 to 300 metric tonnes of propellant per year</a:t>
            </a:r>
            <a:endParaRPr sz="12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713" name="Google Shape;2713;p112"/>
          <p:cNvSpPr txBox="1"/>
          <p:nvPr/>
        </p:nvSpPr>
        <p:spPr>
          <a:xfrm>
            <a:off x="3516882" y="1962300"/>
            <a:ext cx="20931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The idea is not of selling water,it is the selling of avoided </a:t>
            </a:r>
            <a:r>
              <a:rPr lang="en"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launch costs</a:t>
            </a:r>
            <a:endParaRPr sz="12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714" name="Google Shape;2714;p112"/>
          <p:cNvSpPr txBox="1"/>
          <p:nvPr/>
        </p:nvSpPr>
        <p:spPr>
          <a:xfrm>
            <a:off x="6223053" y="3595500"/>
            <a:ext cx="2093100" cy="9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Commercial habitats require </a:t>
            </a:r>
            <a:r>
              <a:rPr lang="en"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continuous</a:t>
            </a:r>
            <a:r>
              <a:rPr lang="en"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 supply of water and orbit-boosting propellant to combat atmospheric drag.</a:t>
            </a:r>
            <a:endParaRPr sz="12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715" name="Google Shape;2715;p112"/>
          <p:cNvSpPr txBox="1"/>
          <p:nvPr/>
        </p:nvSpPr>
        <p:spPr>
          <a:xfrm>
            <a:off x="6223050" y="3214500"/>
            <a:ext cx="22623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COMMERCIAL SPACE STATIONS AND LEO INDUSTRIAL PLATFORMS</a:t>
            </a:r>
            <a:endParaRPr sz="16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716" name="Google Shape;2716;p112"/>
          <p:cNvSpPr txBox="1"/>
          <p:nvPr/>
        </p:nvSpPr>
        <p:spPr>
          <a:xfrm>
            <a:off x="2478224" y="1581300"/>
            <a:ext cx="4070400" cy="36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25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WHERE WILL THE RESOURCE BE SOLD?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717" name="Google Shape;2717;p112"/>
          <p:cNvSpPr txBox="1"/>
          <p:nvPr/>
        </p:nvSpPr>
        <p:spPr>
          <a:xfrm>
            <a:off x="656463" y="3141150"/>
            <a:ext cx="23790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chemeClr val="lt1"/>
                </a:solidFill>
                <a:latin typeface="Teko"/>
                <a:ea typeface="Teko"/>
                <a:cs typeface="Teko"/>
                <a:sym typeface="Teko"/>
              </a:rPr>
              <a:t>DEEP SPACE TRANSPORT OPERATORS</a:t>
            </a:r>
            <a:endParaRPr sz="16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cxnSp>
        <p:nvCxnSpPr>
          <p:cNvPr id="2718" name="Google Shape;2718;p112"/>
          <p:cNvCxnSpPr/>
          <p:nvPr/>
        </p:nvCxnSpPr>
        <p:spPr>
          <a:xfrm rot="10800000">
            <a:off x="2478225" y="2479200"/>
            <a:ext cx="1349400" cy="10137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dot"/>
            <a:round/>
            <a:headEnd len="med" w="med" type="triangle"/>
            <a:tailEnd len="med" w="med" type="diamond"/>
          </a:ln>
        </p:spPr>
      </p:cxnSp>
      <p:cxnSp>
        <p:nvCxnSpPr>
          <p:cNvPr id="2719" name="Google Shape;2719;p112"/>
          <p:cNvCxnSpPr/>
          <p:nvPr/>
        </p:nvCxnSpPr>
        <p:spPr>
          <a:xfrm flipH="1">
            <a:off x="5231900" y="2488225"/>
            <a:ext cx="1316700" cy="973200"/>
          </a:xfrm>
          <a:prstGeom prst="bentConnector3">
            <a:avLst>
              <a:gd fmla="val 50000" name="adj1"/>
            </a:avLst>
          </a:prstGeom>
          <a:noFill/>
          <a:ln cap="flat" cmpd="sng" w="19050">
            <a:solidFill>
              <a:schemeClr val="lt1"/>
            </a:solidFill>
            <a:prstDash val="dot"/>
            <a:round/>
            <a:headEnd len="med" w="med" type="triangle"/>
            <a:tailEnd len="med" w="med" type="diamond"/>
          </a:ln>
        </p:spPr>
      </p:cxnSp>
      <p:grpSp>
        <p:nvGrpSpPr>
          <p:cNvPr id="2720" name="Google Shape;2720;p112"/>
          <p:cNvGrpSpPr/>
          <p:nvPr/>
        </p:nvGrpSpPr>
        <p:grpSpPr>
          <a:xfrm>
            <a:off x="1374954" y="2007877"/>
            <a:ext cx="942024" cy="942604"/>
            <a:chOff x="1383747" y="1692295"/>
            <a:chExt cx="942024" cy="942604"/>
          </a:xfrm>
        </p:grpSpPr>
        <p:grpSp>
          <p:nvGrpSpPr>
            <p:cNvPr id="2721" name="Google Shape;2721;p112"/>
            <p:cNvGrpSpPr/>
            <p:nvPr/>
          </p:nvGrpSpPr>
          <p:grpSpPr>
            <a:xfrm>
              <a:off x="1383747" y="1692295"/>
              <a:ext cx="942024" cy="942604"/>
              <a:chOff x="5989366" y="1543782"/>
              <a:chExt cx="2434800" cy="2436300"/>
            </a:xfrm>
          </p:grpSpPr>
          <p:sp>
            <p:nvSpPr>
              <p:cNvPr id="2722" name="Google Shape;2722;p112"/>
              <p:cNvSpPr/>
              <p:nvPr/>
            </p:nvSpPr>
            <p:spPr>
              <a:xfrm>
                <a:off x="5989366" y="1543782"/>
                <a:ext cx="2434800" cy="2436300"/>
              </a:xfrm>
              <a:prstGeom prst="frame">
                <a:avLst>
                  <a:gd fmla="val 2317" name="adj1"/>
                </a:avLst>
              </a:prstGeom>
              <a:gradFill>
                <a:gsLst>
                  <a:gs pos="0">
                    <a:srgbClr val="B45F06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3" name="Google Shape;2723;p112"/>
              <p:cNvSpPr/>
              <p:nvPr/>
            </p:nvSpPr>
            <p:spPr>
              <a:xfrm>
                <a:off x="6091988" y="1645402"/>
                <a:ext cx="312936" cy="312875"/>
              </a:xfrm>
              <a:custGeom>
                <a:rect b="b" l="l" r="r" t="t"/>
                <a:pathLst>
                  <a:path extrusionOk="0" h="4347" w="4348">
                    <a:moveTo>
                      <a:pt x="1" y="0"/>
                    </a:moveTo>
                    <a:lnTo>
                      <a:pt x="1" y="4347"/>
                    </a:lnTo>
                    <a:lnTo>
                      <a:pt x="4347" y="0"/>
                    </a:lnTo>
                    <a:close/>
                  </a:path>
                </a:pathLst>
              </a:custGeom>
              <a:gradFill>
                <a:gsLst>
                  <a:gs pos="0">
                    <a:srgbClr val="B45F06"/>
                  </a:gs>
                  <a:gs pos="100000">
                    <a:srgbClr val="F1C232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24" name="Google Shape;2724;p112"/>
            <p:cNvSpPr/>
            <p:nvPr/>
          </p:nvSpPr>
          <p:spPr>
            <a:xfrm>
              <a:off x="1420359" y="1729197"/>
              <a:ext cx="868800" cy="868800"/>
            </a:xfrm>
            <a:prstGeom prst="donut">
              <a:avLst>
                <a:gd fmla="val 1952" name="adj"/>
              </a:avLst>
            </a:prstGeom>
            <a:gradFill>
              <a:gsLst>
                <a:gs pos="0">
                  <a:srgbClr val="B45F06"/>
                </a:gs>
                <a:gs pos="100000">
                  <a:schemeClr val="l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25" name="Google Shape;2725;p112"/>
          <p:cNvGrpSpPr/>
          <p:nvPr/>
        </p:nvGrpSpPr>
        <p:grpSpPr>
          <a:xfrm>
            <a:off x="4092267" y="2962252"/>
            <a:ext cx="942024" cy="942604"/>
            <a:chOff x="1383747" y="1692295"/>
            <a:chExt cx="942024" cy="942604"/>
          </a:xfrm>
        </p:grpSpPr>
        <p:grpSp>
          <p:nvGrpSpPr>
            <p:cNvPr id="2726" name="Google Shape;2726;p112"/>
            <p:cNvGrpSpPr/>
            <p:nvPr/>
          </p:nvGrpSpPr>
          <p:grpSpPr>
            <a:xfrm>
              <a:off x="1383747" y="1692295"/>
              <a:ext cx="942024" cy="942604"/>
              <a:chOff x="5989366" y="1543782"/>
              <a:chExt cx="2434800" cy="2436300"/>
            </a:xfrm>
          </p:grpSpPr>
          <p:sp>
            <p:nvSpPr>
              <p:cNvPr id="2727" name="Google Shape;2727;p112"/>
              <p:cNvSpPr/>
              <p:nvPr/>
            </p:nvSpPr>
            <p:spPr>
              <a:xfrm>
                <a:off x="5989366" y="1543782"/>
                <a:ext cx="2434800" cy="2436300"/>
              </a:xfrm>
              <a:prstGeom prst="frame">
                <a:avLst>
                  <a:gd fmla="val 2317" name="adj1"/>
                </a:avLst>
              </a:prstGeom>
              <a:gradFill>
                <a:gsLst>
                  <a:gs pos="0">
                    <a:srgbClr val="B45F06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8" name="Google Shape;2728;p112"/>
              <p:cNvSpPr/>
              <p:nvPr/>
            </p:nvSpPr>
            <p:spPr>
              <a:xfrm>
                <a:off x="6091988" y="1645402"/>
                <a:ext cx="312936" cy="312875"/>
              </a:xfrm>
              <a:custGeom>
                <a:rect b="b" l="l" r="r" t="t"/>
                <a:pathLst>
                  <a:path extrusionOk="0" h="4347" w="4348">
                    <a:moveTo>
                      <a:pt x="1" y="0"/>
                    </a:moveTo>
                    <a:lnTo>
                      <a:pt x="1" y="4347"/>
                    </a:lnTo>
                    <a:lnTo>
                      <a:pt x="4347" y="0"/>
                    </a:lnTo>
                    <a:close/>
                  </a:path>
                </a:pathLst>
              </a:custGeom>
              <a:gradFill>
                <a:gsLst>
                  <a:gs pos="0">
                    <a:srgbClr val="B45F06"/>
                  </a:gs>
                  <a:gs pos="100000">
                    <a:srgbClr val="F1C232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29" name="Google Shape;2729;p112"/>
            <p:cNvSpPr/>
            <p:nvPr/>
          </p:nvSpPr>
          <p:spPr>
            <a:xfrm>
              <a:off x="1420359" y="1729197"/>
              <a:ext cx="868800" cy="868800"/>
            </a:xfrm>
            <a:prstGeom prst="donut">
              <a:avLst>
                <a:gd fmla="val 1952" name="adj"/>
              </a:avLst>
            </a:prstGeom>
            <a:gradFill>
              <a:gsLst>
                <a:gs pos="0">
                  <a:srgbClr val="B45F06"/>
                </a:gs>
                <a:gs pos="100000">
                  <a:schemeClr val="l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730" name="Google Shape;2730;p112"/>
          <p:cNvGrpSpPr/>
          <p:nvPr/>
        </p:nvGrpSpPr>
        <p:grpSpPr>
          <a:xfrm>
            <a:off x="6809592" y="2007877"/>
            <a:ext cx="942024" cy="942604"/>
            <a:chOff x="1383747" y="1692295"/>
            <a:chExt cx="942024" cy="942604"/>
          </a:xfrm>
        </p:grpSpPr>
        <p:grpSp>
          <p:nvGrpSpPr>
            <p:cNvPr id="2731" name="Google Shape;2731;p112"/>
            <p:cNvGrpSpPr/>
            <p:nvPr/>
          </p:nvGrpSpPr>
          <p:grpSpPr>
            <a:xfrm>
              <a:off x="1383747" y="1692295"/>
              <a:ext cx="942024" cy="942604"/>
              <a:chOff x="5989366" y="1543782"/>
              <a:chExt cx="2434800" cy="2436300"/>
            </a:xfrm>
          </p:grpSpPr>
          <p:sp>
            <p:nvSpPr>
              <p:cNvPr id="2732" name="Google Shape;2732;p112"/>
              <p:cNvSpPr/>
              <p:nvPr/>
            </p:nvSpPr>
            <p:spPr>
              <a:xfrm>
                <a:off x="5989366" y="1543782"/>
                <a:ext cx="2434800" cy="2436300"/>
              </a:xfrm>
              <a:prstGeom prst="frame">
                <a:avLst>
                  <a:gd fmla="val 2317" name="adj1"/>
                </a:avLst>
              </a:prstGeom>
              <a:gradFill>
                <a:gsLst>
                  <a:gs pos="0">
                    <a:srgbClr val="B45F06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3" name="Google Shape;2733;p112"/>
              <p:cNvSpPr/>
              <p:nvPr/>
            </p:nvSpPr>
            <p:spPr>
              <a:xfrm>
                <a:off x="6091988" y="1645402"/>
                <a:ext cx="312936" cy="312875"/>
              </a:xfrm>
              <a:custGeom>
                <a:rect b="b" l="l" r="r" t="t"/>
                <a:pathLst>
                  <a:path extrusionOk="0" h="4347" w="4348">
                    <a:moveTo>
                      <a:pt x="1" y="0"/>
                    </a:moveTo>
                    <a:lnTo>
                      <a:pt x="1" y="4347"/>
                    </a:lnTo>
                    <a:lnTo>
                      <a:pt x="4347" y="0"/>
                    </a:lnTo>
                    <a:close/>
                  </a:path>
                </a:pathLst>
              </a:custGeom>
              <a:gradFill>
                <a:gsLst>
                  <a:gs pos="0">
                    <a:srgbClr val="B45F06"/>
                  </a:gs>
                  <a:gs pos="100000">
                    <a:srgbClr val="F1C232"/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2734" name="Google Shape;2734;p112"/>
            <p:cNvSpPr/>
            <p:nvPr/>
          </p:nvSpPr>
          <p:spPr>
            <a:xfrm>
              <a:off x="1420359" y="1729197"/>
              <a:ext cx="868800" cy="868800"/>
            </a:xfrm>
            <a:prstGeom prst="donut">
              <a:avLst>
                <a:gd fmla="val 1952" name="adj"/>
              </a:avLst>
            </a:prstGeom>
            <a:gradFill>
              <a:gsLst>
                <a:gs pos="0">
                  <a:srgbClr val="B45F06"/>
                </a:gs>
                <a:gs pos="100000">
                  <a:schemeClr val="lt1"/>
                </a:gs>
              </a:gsLst>
              <a:lin ang="108014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35" name="Google Shape;2735;p112"/>
          <p:cNvSpPr/>
          <p:nvPr/>
        </p:nvSpPr>
        <p:spPr>
          <a:xfrm>
            <a:off x="1660095" y="2253711"/>
            <a:ext cx="371742" cy="450939"/>
          </a:xfrm>
          <a:custGeom>
            <a:rect b="b" l="l" r="r" t="t"/>
            <a:pathLst>
              <a:path extrusionOk="0" h="208768" w="172103">
                <a:moveTo>
                  <a:pt x="74276" y="8155"/>
                </a:moveTo>
                <a:cubicBezTo>
                  <a:pt x="82692" y="8155"/>
                  <a:pt x="89575" y="15005"/>
                  <a:pt x="89575" y="23388"/>
                </a:cubicBezTo>
                <a:cubicBezTo>
                  <a:pt x="89575" y="31804"/>
                  <a:pt x="82692" y="38622"/>
                  <a:pt x="74276" y="38622"/>
                </a:cubicBezTo>
                <a:cubicBezTo>
                  <a:pt x="65860" y="38622"/>
                  <a:pt x="58977" y="31804"/>
                  <a:pt x="58977" y="23388"/>
                </a:cubicBezTo>
                <a:cubicBezTo>
                  <a:pt x="58977" y="15005"/>
                  <a:pt x="65860" y="8155"/>
                  <a:pt x="74276" y="8155"/>
                </a:cubicBezTo>
                <a:close/>
                <a:moveTo>
                  <a:pt x="91010" y="39731"/>
                </a:moveTo>
                <a:lnTo>
                  <a:pt x="138831" y="68078"/>
                </a:lnTo>
                <a:cubicBezTo>
                  <a:pt x="138602" y="68697"/>
                  <a:pt x="138406" y="69317"/>
                  <a:pt x="138243" y="69937"/>
                </a:cubicBezTo>
                <a:lnTo>
                  <a:pt x="33860" y="69937"/>
                </a:lnTo>
                <a:cubicBezTo>
                  <a:pt x="33566" y="68795"/>
                  <a:pt x="33175" y="67686"/>
                  <a:pt x="32685" y="66675"/>
                </a:cubicBezTo>
                <a:lnTo>
                  <a:pt x="58912" y="41036"/>
                </a:lnTo>
                <a:cubicBezTo>
                  <a:pt x="63022" y="44624"/>
                  <a:pt x="68404" y="46810"/>
                  <a:pt x="74276" y="46810"/>
                </a:cubicBezTo>
                <a:cubicBezTo>
                  <a:pt x="80832" y="46810"/>
                  <a:pt x="86769" y="44102"/>
                  <a:pt x="91010" y="39731"/>
                </a:cubicBezTo>
                <a:close/>
                <a:moveTo>
                  <a:pt x="17158" y="65044"/>
                </a:moveTo>
                <a:cubicBezTo>
                  <a:pt x="22149" y="65044"/>
                  <a:pt x="26194" y="69089"/>
                  <a:pt x="26194" y="74014"/>
                </a:cubicBezTo>
                <a:cubicBezTo>
                  <a:pt x="26194" y="78973"/>
                  <a:pt x="22149" y="83018"/>
                  <a:pt x="17158" y="83018"/>
                </a:cubicBezTo>
                <a:cubicBezTo>
                  <a:pt x="12200" y="83018"/>
                  <a:pt x="8155" y="78973"/>
                  <a:pt x="8155" y="74014"/>
                </a:cubicBezTo>
                <a:cubicBezTo>
                  <a:pt x="8155" y="69089"/>
                  <a:pt x="12200" y="65044"/>
                  <a:pt x="17158" y="65044"/>
                </a:cubicBezTo>
                <a:close/>
                <a:moveTo>
                  <a:pt x="154912" y="65044"/>
                </a:moveTo>
                <a:cubicBezTo>
                  <a:pt x="159903" y="65044"/>
                  <a:pt x="163948" y="69089"/>
                  <a:pt x="163948" y="74014"/>
                </a:cubicBezTo>
                <a:cubicBezTo>
                  <a:pt x="163948" y="78973"/>
                  <a:pt x="159903" y="83018"/>
                  <a:pt x="154912" y="83018"/>
                </a:cubicBezTo>
                <a:cubicBezTo>
                  <a:pt x="149954" y="83018"/>
                  <a:pt x="145909" y="78973"/>
                  <a:pt x="145909" y="74014"/>
                </a:cubicBezTo>
                <a:cubicBezTo>
                  <a:pt x="145909" y="69089"/>
                  <a:pt x="149954" y="65044"/>
                  <a:pt x="154912" y="65044"/>
                </a:cubicBezTo>
                <a:close/>
                <a:moveTo>
                  <a:pt x="137167" y="126859"/>
                </a:moveTo>
                <a:cubicBezTo>
                  <a:pt x="137950" y="126859"/>
                  <a:pt x="138733" y="126957"/>
                  <a:pt x="139483" y="127152"/>
                </a:cubicBezTo>
                <a:lnTo>
                  <a:pt x="139516" y="127152"/>
                </a:lnTo>
                <a:cubicBezTo>
                  <a:pt x="143332" y="128196"/>
                  <a:pt x="146170" y="131686"/>
                  <a:pt x="146170" y="135829"/>
                </a:cubicBezTo>
                <a:cubicBezTo>
                  <a:pt x="146170" y="140787"/>
                  <a:pt x="142125" y="144832"/>
                  <a:pt x="137167" y="144832"/>
                </a:cubicBezTo>
                <a:cubicBezTo>
                  <a:pt x="132176" y="144832"/>
                  <a:pt x="128131" y="140787"/>
                  <a:pt x="128131" y="135829"/>
                </a:cubicBezTo>
                <a:cubicBezTo>
                  <a:pt x="128131" y="130871"/>
                  <a:pt x="132176" y="126859"/>
                  <a:pt x="137167" y="126859"/>
                </a:cubicBezTo>
                <a:close/>
                <a:moveTo>
                  <a:pt x="43026" y="132371"/>
                </a:moveTo>
                <a:cubicBezTo>
                  <a:pt x="47984" y="132371"/>
                  <a:pt x="52029" y="136416"/>
                  <a:pt x="52029" y="141374"/>
                </a:cubicBezTo>
                <a:cubicBezTo>
                  <a:pt x="52029" y="146333"/>
                  <a:pt x="47984" y="150345"/>
                  <a:pt x="43026" y="150345"/>
                </a:cubicBezTo>
                <a:cubicBezTo>
                  <a:pt x="38068" y="150345"/>
                  <a:pt x="34023" y="146333"/>
                  <a:pt x="34023" y="141374"/>
                </a:cubicBezTo>
                <a:cubicBezTo>
                  <a:pt x="34023" y="136416"/>
                  <a:pt x="38068" y="132371"/>
                  <a:pt x="43026" y="132371"/>
                </a:cubicBezTo>
                <a:close/>
                <a:moveTo>
                  <a:pt x="26912" y="182639"/>
                </a:moveTo>
                <a:cubicBezTo>
                  <a:pt x="31870" y="182639"/>
                  <a:pt x="35915" y="186651"/>
                  <a:pt x="35915" y="191609"/>
                </a:cubicBezTo>
                <a:cubicBezTo>
                  <a:pt x="35915" y="196567"/>
                  <a:pt x="31870" y="200612"/>
                  <a:pt x="26912" y="200612"/>
                </a:cubicBezTo>
                <a:cubicBezTo>
                  <a:pt x="21921" y="200612"/>
                  <a:pt x="17909" y="196567"/>
                  <a:pt x="17909" y="191609"/>
                </a:cubicBezTo>
                <a:cubicBezTo>
                  <a:pt x="17909" y="186651"/>
                  <a:pt x="21921" y="182639"/>
                  <a:pt x="26912" y="182639"/>
                </a:cubicBezTo>
                <a:close/>
                <a:moveTo>
                  <a:pt x="74276" y="0"/>
                </a:moveTo>
                <a:cubicBezTo>
                  <a:pt x="61358" y="0"/>
                  <a:pt x="50822" y="10504"/>
                  <a:pt x="50822" y="23388"/>
                </a:cubicBezTo>
                <a:cubicBezTo>
                  <a:pt x="50822" y="27466"/>
                  <a:pt x="51899" y="31315"/>
                  <a:pt x="53758" y="34675"/>
                </a:cubicBezTo>
                <a:lnTo>
                  <a:pt x="27466" y="60314"/>
                </a:lnTo>
                <a:cubicBezTo>
                  <a:pt x="24596" y="58161"/>
                  <a:pt x="21040" y="56889"/>
                  <a:pt x="17191" y="56889"/>
                </a:cubicBezTo>
                <a:cubicBezTo>
                  <a:pt x="7699" y="56889"/>
                  <a:pt x="0" y="64587"/>
                  <a:pt x="0" y="74014"/>
                </a:cubicBezTo>
                <a:cubicBezTo>
                  <a:pt x="0" y="83474"/>
                  <a:pt x="7699" y="91173"/>
                  <a:pt x="17191" y="91173"/>
                </a:cubicBezTo>
                <a:cubicBezTo>
                  <a:pt x="18267" y="91173"/>
                  <a:pt x="19377" y="91042"/>
                  <a:pt x="20420" y="90846"/>
                </a:cubicBezTo>
                <a:lnTo>
                  <a:pt x="33534" y="127087"/>
                </a:lnTo>
                <a:cubicBezTo>
                  <a:pt x="28902" y="130186"/>
                  <a:pt x="25868" y="135405"/>
                  <a:pt x="25868" y="141374"/>
                </a:cubicBezTo>
                <a:cubicBezTo>
                  <a:pt x="25868" y="147540"/>
                  <a:pt x="29130" y="152955"/>
                  <a:pt x="34056" y="155956"/>
                </a:cubicBezTo>
                <a:lnTo>
                  <a:pt x="28119" y="174516"/>
                </a:lnTo>
                <a:cubicBezTo>
                  <a:pt x="27727" y="174484"/>
                  <a:pt x="27303" y="174484"/>
                  <a:pt x="26912" y="174484"/>
                </a:cubicBezTo>
                <a:cubicBezTo>
                  <a:pt x="17452" y="174484"/>
                  <a:pt x="9754" y="182182"/>
                  <a:pt x="9754" y="191609"/>
                </a:cubicBezTo>
                <a:cubicBezTo>
                  <a:pt x="9754" y="201069"/>
                  <a:pt x="17452" y="208767"/>
                  <a:pt x="26912" y="208767"/>
                </a:cubicBezTo>
                <a:cubicBezTo>
                  <a:pt x="36372" y="208767"/>
                  <a:pt x="44070" y="201069"/>
                  <a:pt x="44070" y="191609"/>
                </a:cubicBezTo>
                <a:cubicBezTo>
                  <a:pt x="44070" y="185444"/>
                  <a:pt x="40775" y="180029"/>
                  <a:pt x="35882" y="177028"/>
                </a:cubicBezTo>
                <a:lnTo>
                  <a:pt x="41819" y="158467"/>
                </a:lnTo>
                <a:cubicBezTo>
                  <a:pt x="42210" y="158467"/>
                  <a:pt x="42635" y="158500"/>
                  <a:pt x="43026" y="158500"/>
                </a:cubicBezTo>
                <a:cubicBezTo>
                  <a:pt x="52486" y="158500"/>
                  <a:pt x="60184" y="150802"/>
                  <a:pt x="60184" y="141374"/>
                </a:cubicBezTo>
                <a:cubicBezTo>
                  <a:pt x="60184" y="131915"/>
                  <a:pt x="52486" y="124216"/>
                  <a:pt x="43026" y="124216"/>
                </a:cubicBezTo>
                <a:cubicBezTo>
                  <a:pt x="42406" y="124216"/>
                  <a:pt x="41786" y="124249"/>
                  <a:pt x="41199" y="124314"/>
                </a:cubicBezTo>
                <a:lnTo>
                  <a:pt x="27858" y="87421"/>
                </a:lnTo>
                <a:cubicBezTo>
                  <a:pt x="30761" y="85105"/>
                  <a:pt x="32914" y="81843"/>
                  <a:pt x="33860" y="78092"/>
                </a:cubicBezTo>
                <a:lnTo>
                  <a:pt x="138243" y="78092"/>
                </a:lnTo>
                <a:cubicBezTo>
                  <a:pt x="139320" y="82430"/>
                  <a:pt x="142027" y="86116"/>
                  <a:pt x="145713" y="88465"/>
                </a:cubicBezTo>
                <a:lnTo>
                  <a:pt x="137558" y="118704"/>
                </a:lnTo>
                <a:lnTo>
                  <a:pt x="137167" y="118704"/>
                </a:lnTo>
                <a:cubicBezTo>
                  <a:pt x="127707" y="118704"/>
                  <a:pt x="120009" y="126369"/>
                  <a:pt x="120009" y="135829"/>
                </a:cubicBezTo>
                <a:cubicBezTo>
                  <a:pt x="120009" y="145289"/>
                  <a:pt x="127707" y="152987"/>
                  <a:pt x="137167" y="152987"/>
                </a:cubicBezTo>
                <a:cubicBezTo>
                  <a:pt x="146627" y="152987"/>
                  <a:pt x="154325" y="145289"/>
                  <a:pt x="154325" y="135829"/>
                </a:cubicBezTo>
                <a:cubicBezTo>
                  <a:pt x="154325" y="129370"/>
                  <a:pt x="150737" y="123727"/>
                  <a:pt x="145452" y="120824"/>
                </a:cubicBezTo>
                <a:lnTo>
                  <a:pt x="153444" y="91107"/>
                </a:lnTo>
                <a:cubicBezTo>
                  <a:pt x="153934" y="91140"/>
                  <a:pt x="154423" y="91173"/>
                  <a:pt x="154945" y="91173"/>
                </a:cubicBezTo>
                <a:cubicBezTo>
                  <a:pt x="164404" y="91173"/>
                  <a:pt x="172103" y="83474"/>
                  <a:pt x="172103" y="74014"/>
                </a:cubicBezTo>
                <a:cubicBezTo>
                  <a:pt x="172103" y="64587"/>
                  <a:pt x="164404" y="56889"/>
                  <a:pt x="154945" y="56889"/>
                </a:cubicBezTo>
                <a:cubicBezTo>
                  <a:pt x="150508" y="56889"/>
                  <a:pt x="146464" y="58585"/>
                  <a:pt x="143397" y="61325"/>
                </a:cubicBezTo>
                <a:lnTo>
                  <a:pt x="95642" y="33011"/>
                </a:lnTo>
                <a:cubicBezTo>
                  <a:pt x="96979" y="30076"/>
                  <a:pt x="97729" y="26814"/>
                  <a:pt x="97729" y="23388"/>
                </a:cubicBezTo>
                <a:cubicBezTo>
                  <a:pt x="97729" y="10504"/>
                  <a:pt x="87193" y="0"/>
                  <a:pt x="7427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36" name="Google Shape;2736;p112"/>
          <p:cNvGrpSpPr/>
          <p:nvPr/>
        </p:nvGrpSpPr>
        <p:grpSpPr>
          <a:xfrm>
            <a:off x="4335635" y="3196565"/>
            <a:ext cx="455304" cy="451017"/>
            <a:chOff x="1152275" y="243550"/>
            <a:chExt cx="5257550" cy="5208050"/>
          </a:xfrm>
        </p:grpSpPr>
        <p:sp>
          <p:nvSpPr>
            <p:cNvPr id="2737" name="Google Shape;2737;p112"/>
            <p:cNvSpPr/>
            <p:nvPr/>
          </p:nvSpPr>
          <p:spPr>
            <a:xfrm>
              <a:off x="2562275" y="1613050"/>
              <a:ext cx="2475875" cy="2470150"/>
            </a:xfrm>
            <a:custGeom>
              <a:rect b="b" l="l" r="r" t="t"/>
              <a:pathLst>
                <a:path extrusionOk="0" h="98806" w="99035">
                  <a:moveTo>
                    <a:pt x="49518" y="28412"/>
                  </a:moveTo>
                  <a:cubicBezTo>
                    <a:pt x="61098" y="28412"/>
                    <a:pt x="70557" y="37839"/>
                    <a:pt x="70557" y="49387"/>
                  </a:cubicBezTo>
                  <a:cubicBezTo>
                    <a:pt x="70557" y="60967"/>
                    <a:pt x="61098" y="70361"/>
                    <a:pt x="49518" y="70361"/>
                  </a:cubicBezTo>
                  <a:cubicBezTo>
                    <a:pt x="37938" y="70361"/>
                    <a:pt x="28478" y="60967"/>
                    <a:pt x="28478" y="49387"/>
                  </a:cubicBezTo>
                  <a:cubicBezTo>
                    <a:pt x="28478" y="37839"/>
                    <a:pt x="37938" y="28412"/>
                    <a:pt x="49518" y="28412"/>
                  </a:cubicBezTo>
                  <a:close/>
                  <a:moveTo>
                    <a:pt x="49518" y="0"/>
                  </a:moveTo>
                  <a:cubicBezTo>
                    <a:pt x="47267" y="0"/>
                    <a:pt x="45440" y="1827"/>
                    <a:pt x="45440" y="4078"/>
                  </a:cubicBezTo>
                  <a:lnTo>
                    <a:pt x="45440" y="11384"/>
                  </a:lnTo>
                  <a:lnTo>
                    <a:pt x="45440" y="20551"/>
                  </a:lnTo>
                  <a:cubicBezTo>
                    <a:pt x="40449" y="21268"/>
                    <a:pt x="35850" y="23225"/>
                    <a:pt x="31968" y="26129"/>
                  </a:cubicBezTo>
                  <a:lnTo>
                    <a:pt x="25477" y="19637"/>
                  </a:lnTo>
                  <a:cubicBezTo>
                    <a:pt x="24678" y="18838"/>
                    <a:pt x="23634" y="18438"/>
                    <a:pt x="22590" y="18438"/>
                  </a:cubicBezTo>
                  <a:cubicBezTo>
                    <a:pt x="21546" y="18438"/>
                    <a:pt x="20502" y="18838"/>
                    <a:pt x="19703" y="19637"/>
                  </a:cubicBezTo>
                  <a:cubicBezTo>
                    <a:pt x="18105" y="21236"/>
                    <a:pt x="18105" y="23813"/>
                    <a:pt x="19703" y="25411"/>
                  </a:cubicBezTo>
                  <a:lnTo>
                    <a:pt x="26194" y="31902"/>
                  </a:lnTo>
                  <a:cubicBezTo>
                    <a:pt x="23291" y="35751"/>
                    <a:pt x="21334" y="40318"/>
                    <a:pt x="20616" y="45309"/>
                  </a:cubicBezTo>
                  <a:lnTo>
                    <a:pt x="4078" y="45309"/>
                  </a:lnTo>
                  <a:cubicBezTo>
                    <a:pt x="1827" y="45309"/>
                    <a:pt x="1" y="47136"/>
                    <a:pt x="1" y="49387"/>
                  </a:cubicBezTo>
                  <a:cubicBezTo>
                    <a:pt x="1" y="51637"/>
                    <a:pt x="1827" y="53464"/>
                    <a:pt x="4078" y="53464"/>
                  </a:cubicBezTo>
                  <a:lnTo>
                    <a:pt x="20616" y="53464"/>
                  </a:lnTo>
                  <a:cubicBezTo>
                    <a:pt x="21334" y="58455"/>
                    <a:pt x="23291" y="63054"/>
                    <a:pt x="26194" y="66903"/>
                  </a:cubicBezTo>
                  <a:lnTo>
                    <a:pt x="19703" y="73362"/>
                  </a:lnTo>
                  <a:cubicBezTo>
                    <a:pt x="18105" y="74961"/>
                    <a:pt x="18105" y="77538"/>
                    <a:pt x="19703" y="79136"/>
                  </a:cubicBezTo>
                  <a:cubicBezTo>
                    <a:pt x="20486" y="79951"/>
                    <a:pt x="21530" y="80343"/>
                    <a:pt x="22574" y="80343"/>
                  </a:cubicBezTo>
                  <a:cubicBezTo>
                    <a:pt x="23617" y="80343"/>
                    <a:pt x="24661" y="79951"/>
                    <a:pt x="25477" y="79136"/>
                  </a:cubicBezTo>
                  <a:lnTo>
                    <a:pt x="31968" y="72645"/>
                  </a:lnTo>
                  <a:cubicBezTo>
                    <a:pt x="35850" y="75548"/>
                    <a:pt x="40449" y="77538"/>
                    <a:pt x="45440" y="78223"/>
                  </a:cubicBezTo>
                  <a:lnTo>
                    <a:pt x="45440" y="94728"/>
                  </a:lnTo>
                  <a:cubicBezTo>
                    <a:pt x="45440" y="96979"/>
                    <a:pt x="47267" y="98806"/>
                    <a:pt x="49518" y="98806"/>
                  </a:cubicBezTo>
                  <a:cubicBezTo>
                    <a:pt x="51768" y="98806"/>
                    <a:pt x="53595" y="96979"/>
                    <a:pt x="53595" y="94728"/>
                  </a:cubicBezTo>
                  <a:lnTo>
                    <a:pt x="53595" y="78223"/>
                  </a:lnTo>
                  <a:cubicBezTo>
                    <a:pt x="58586" y="77538"/>
                    <a:pt x="63185" y="75548"/>
                    <a:pt x="67067" y="72645"/>
                  </a:cubicBezTo>
                  <a:lnTo>
                    <a:pt x="73558" y="79136"/>
                  </a:lnTo>
                  <a:cubicBezTo>
                    <a:pt x="74374" y="79951"/>
                    <a:pt x="75418" y="80343"/>
                    <a:pt x="76462" y="80343"/>
                  </a:cubicBezTo>
                  <a:cubicBezTo>
                    <a:pt x="77505" y="80343"/>
                    <a:pt x="78549" y="79951"/>
                    <a:pt x="79332" y="79136"/>
                  </a:cubicBezTo>
                  <a:cubicBezTo>
                    <a:pt x="80930" y="77538"/>
                    <a:pt x="80930" y="74961"/>
                    <a:pt x="79332" y="73362"/>
                  </a:cubicBezTo>
                  <a:lnTo>
                    <a:pt x="72841" y="66903"/>
                  </a:lnTo>
                  <a:cubicBezTo>
                    <a:pt x="75744" y="63054"/>
                    <a:pt x="77701" y="58455"/>
                    <a:pt x="78419" y="53464"/>
                  </a:cubicBezTo>
                  <a:lnTo>
                    <a:pt x="94957" y="53464"/>
                  </a:lnTo>
                  <a:cubicBezTo>
                    <a:pt x="97208" y="53464"/>
                    <a:pt x="99035" y="51637"/>
                    <a:pt x="99035" y="49387"/>
                  </a:cubicBezTo>
                  <a:cubicBezTo>
                    <a:pt x="99035" y="47136"/>
                    <a:pt x="97208" y="45309"/>
                    <a:pt x="94957" y="45309"/>
                  </a:cubicBezTo>
                  <a:lnTo>
                    <a:pt x="78419" y="45309"/>
                  </a:lnTo>
                  <a:cubicBezTo>
                    <a:pt x="77701" y="40318"/>
                    <a:pt x="75744" y="35719"/>
                    <a:pt x="72841" y="31902"/>
                  </a:cubicBezTo>
                  <a:lnTo>
                    <a:pt x="79332" y="25411"/>
                  </a:lnTo>
                  <a:cubicBezTo>
                    <a:pt x="80930" y="23813"/>
                    <a:pt x="80930" y="21236"/>
                    <a:pt x="79332" y="19637"/>
                  </a:cubicBezTo>
                  <a:cubicBezTo>
                    <a:pt x="78533" y="18838"/>
                    <a:pt x="77489" y="18438"/>
                    <a:pt x="76445" y="18438"/>
                  </a:cubicBezTo>
                  <a:cubicBezTo>
                    <a:pt x="75401" y="18438"/>
                    <a:pt x="74358" y="18838"/>
                    <a:pt x="73558" y="19637"/>
                  </a:cubicBezTo>
                  <a:lnTo>
                    <a:pt x="67067" y="26129"/>
                  </a:lnTo>
                  <a:cubicBezTo>
                    <a:pt x="63185" y="23225"/>
                    <a:pt x="58586" y="21268"/>
                    <a:pt x="53595" y="20551"/>
                  </a:cubicBezTo>
                  <a:lnTo>
                    <a:pt x="53595" y="11384"/>
                  </a:lnTo>
                  <a:lnTo>
                    <a:pt x="53595" y="4078"/>
                  </a:lnTo>
                  <a:cubicBezTo>
                    <a:pt x="53595" y="1827"/>
                    <a:pt x="51768" y="0"/>
                    <a:pt x="4951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112"/>
            <p:cNvSpPr/>
            <p:nvPr/>
          </p:nvSpPr>
          <p:spPr>
            <a:xfrm>
              <a:off x="2055850" y="1107425"/>
              <a:ext cx="3661600" cy="3480575"/>
            </a:xfrm>
            <a:custGeom>
              <a:rect b="b" l="l" r="r" t="t"/>
              <a:pathLst>
                <a:path extrusionOk="0" h="139223" w="146464">
                  <a:moveTo>
                    <a:pt x="130219" y="87324"/>
                  </a:moveTo>
                  <a:cubicBezTo>
                    <a:pt x="134688" y="87324"/>
                    <a:pt x="138309" y="90945"/>
                    <a:pt x="138309" y="95414"/>
                  </a:cubicBezTo>
                  <a:cubicBezTo>
                    <a:pt x="138309" y="99883"/>
                    <a:pt x="134688" y="103504"/>
                    <a:pt x="130219" y="103504"/>
                  </a:cubicBezTo>
                  <a:cubicBezTo>
                    <a:pt x="125750" y="103504"/>
                    <a:pt x="122097" y="99883"/>
                    <a:pt x="122097" y="95414"/>
                  </a:cubicBezTo>
                  <a:cubicBezTo>
                    <a:pt x="122097" y="90945"/>
                    <a:pt x="125750" y="87324"/>
                    <a:pt x="130219" y="87324"/>
                  </a:cubicBezTo>
                  <a:close/>
                  <a:moveTo>
                    <a:pt x="69775" y="8148"/>
                  </a:moveTo>
                  <a:cubicBezTo>
                    <a:pt x="85554" y="8148"/>
                    <a:pt x="101334" y="14141"/>
                    <a:pt x="113355" y="26129"/>
                  </a:cubicBezTo>
                  <a:cubicBezTo>
                    <a:pt x="127414" y="40156"/>
                    <a:pt x="133742" y="59760"/>
                    <a:pt x="130676" y="79202"/>
                  </a:cubicBezTo>
                  <a:cubicBezTo>
                    <a:pt x="130513" y="79169"/>
                    <a:pt x="130350" y="79169"/>
                    <a:pt x="130219" y="79169"/>
                  </a:cubicBezTo>
                  <a:cubicBezTo>
                    <a:pt x="121249" y="79169"/>
                    <a:pt x="113942" y="86476"/>
                    <a:pt x="113942" y="95414"/>
                  </a:cubicBezTo>
                  <a:cubicBezTo>
                    <a:pt x="113942" y="99915"/>
                    <a:pt x="115801" y="103993"/>
                    <a:pt x="118770" y="106929"/>
                  </a:cubicBezTo>
                  <a:cubicBezTo>
                    <a:pt x="117106" y="109082"/>
                    <a:pt x="115279" y="111169"/>
                    <a:pt x="113355" y="113094"/>
                  </a:cubicBezTo>
                  <a:cubicBezTo>
                    <a:pt x="101334" y="125082"/>
                    <a:pt x="85554" y="131076"/>
                    <a:pt x="69775" y="131076"/>
                  </a:cubicBezTo>
                  <a:cubicBezTo>
                    <a:pt x="53995" y="131076"/>
                    <a:pt x="38215" y="125082"/>
                    <a:pt x="26194" y="113094"/>
                  </a:cubicBezTo>
                  <a:cubicBezTo>
                    <a:pt x="14549" y="101481"/>
                    <a:pt x="8156" y="86019"/>
                    <a:pt x="8156" y="69612"/>
                  </a:cubicBezTo>
                  <a:cubicBezTo>
                    <a:pt x="8156" y="53204"/>
                    <a:pt x="14549" y="37742"/>
                    <a:pt x="26194" y="26129"/>
                  </a:cubicBezTo>
                  <a:cubicBezTo>
                    <a:pt x="38215" y="14141"/>
                    <a:pt x="53995" y="8148"/>
                    <a:pt x="69775" y="8148"/>
                  </a:cubicBezTo>
                  <a:close/>
                  <a:moveTo>
                    <a:pt x="69775" y="1"/>
                  </a:moveTo>
                  <a:cubicBezTo>
                    <a:pt x="51899" y="1"/>
                    <a:pt x="34023" y="6786"/>
                    <a:pt x="20421" y="20356"/>
                  </a:cubicBezTo>
                  <a:cubicBezTo>
                    <a:pt x="7242" y="33501"/>
                    <a:pt x="1" y="51018"/>
                    <a:pt x="1" y="69612"/>
                  </a:cubicBezTo>
                  <a:cubicBezTo>
                    <a:pt x="1" y="88205"/>
                    <a:pt x="7242" y="105722"/>
                    <a:pt x="20421" y="118868"/>
                  </a:cubicBezTo>
                  <a:cubicBezTo>
                    <a:pt x="34023" y="132437"/>
                    <a:pt x="51899" y="139222"/>
                    <a:pt x="69775" y="139222"/>
                  </a:cubicBezTo>
                  <a:cubicBezTo>
                    <a:pt x="87650" y="139222"/>
                    <a:pt x="105526" y="132437"/>
                    <a:pt x="119128" y="118868"/>
                  </a:cubicBezTo>
                  <a:cubicBezTo>
                    <a:pt x="121575" y="116421"/>
                    <a:pt x="123826" y="113811"/>
                    <a:pt x="125881" y="111071"/>
                  </a:cubicBezTo>
                  <a:cubicBezTo>
                    <a:pt x="127251" y="111463"/>
                    <a:pt x="128686" y="111659"/>
                    <a:pt x="130219" y="111659"/>
                  </a:cubicBezTo>
                  <a:cubicBezTo>
                    <a:pt x="139190" y="111659"/>
                    <a:pt x="146464" y="104384"/>
                    <a:pt x="146464" y="95414"/>
                  </a:cubicBezTo>
                  <a:cubicBezTo>
                    <a:pt x="146464" y="89510"/>
                    <a:pt x="143300" y="84323"/>
                    <a:pt x="138537" y="81485"/>
                  </a:cubicBezTo>
                  <a:cubicBezTo>
                    <a:pt x="142419" y="59141"/>
                    <a:pt x="135275" y="36502"/>
                    <a:pt x="119128" y="20356"/>
                  </a:cubicBezTo>
                  <a:cubicBezTo>
                    <a:pt x="105526" y="6786"/>
                    <a:pt x="87650" y="1"/>
                    <a:pt x="6977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112"/>
            <p:cNvSpPr/>
            <p:nvPr/>
          </p:nvSpPr>
          <p:spPr>
            <a:xfrm>
              <a:off x="1152275" y="243550"/>
              <a:ext cx="5257550" cy="5208050"/>
            </a:xfrm>
            <a:custGeom>
              <a:rect b="b" l="l" r="r" t="t"/>
              <a:pathLst>
                <a:path extrusionOk="0" h="208322" w="210302">
                  <a:moveTo>
                    <a:pt x="34969" y="20138"/>
                  </a:moveTo>
                  <a:cubicBezTo>
                    <a:pt x="42309" y="20138"/>
                    <a:pt x="48278" y="26075"/>
                    <a:pt x="48278" y="33381"/>
                  </a:cubicBezTo>
                  <a:cubicBezTo>
                    <a:pt x="48278" y="40721"/>
                    <a:pt x="42309" y="46658"/>
                    <a:pt x="34969" y="46658"/>
                  </a:cubicBezTo>
                  <a:cubicBezTo>
                    <a:pt x="27663" y="46658"/>
                    <a:pt x="21693" y="40721"/>
                    <a:pt x="21693" y="33381"/>
                  </a:cubicBezTo>
                  <a:cubicBezTo>
                    <a:pt x="21693" y="26075"/>
                    <a:pt x="27663" y="20138"/>
                    <a:pt x="34969" y="20138"/>
                  </a:cubicBezTo>
                  <a:close/>
                  <a:moveTo>
                    <a:pt x="105876" y="8068"/>
                  </a:moveTo>
                  <a:cubicBezTo>
                    <a:pt x="130660" y="8068"/>
                    <a:pt x="155277" y="17637"/>
                    <a:pt x="173963" y="36285"/>
                  </a:cubicBezTo>
                  <a:cubicBezTo>
                    <a:pt x="192132" y="54421"/>
                    <a:pt x="202146" y="78527"/>
                    <a:pt x="202146" y="104167"/>
                  </a:cubicBezTo>
                  <a:cubicBezTo>
                    <a:pt x="202146" y="129806"/>
                    <a:pt x="192132" y="153912"/>
                    <a:pt x="173963" y="172049"/>
                  </a:cubicBezTo>
                  <a:cubicBezTo>
                    <a:pt x="155206" y="190772"/>
                    <a:pt x="130562" y="200134"/>
                    <a:pt x="105918" y="200134"/>
                  </a:cubicBezTo>
                  <a:cubicBezTo>
                    <a:pt x="81273" y="200134"/>
                    <a:pt x="56629" y="190772"/>
                    <a:pt x="37873" y="172049"/>
                  </a:cubicBezTo>
                  <a:cubicBezTo>
                    <a:pt x="5644" y="139918"/>
                    <a:pt x="490" y="90140"/>
                    <a:pt x="24922" y="52301"/>
                  </a:cubicBezTo>
                  <a:lnTo>
                    <a:pt x="24922" y="52301"/>
                  </a:lnTo>
                  <a:cubicBezTo>
                    <a:pt x="27923" y="53899"/>
                    <a:pt x="31349" y="54813"/>
                    <a:pt x="34969" y="54813"/>
                  </a:cubicBezTo>
                  <a:cubicBezTo>
                    <a:pt x="46810" y="54813"/>
                    <a:pt x="56433" y="45190"/>
                    <a:pt x="56433" y="33381"/>
                  </a:cubicBezTo>
                  <a:cubicBezTo>
                    <a:pt x="56433" y="29761"/>
                    <a:pt x="55520" y="26336"/>
                    <a:pt x="53922" y="23335"/>
                  </a:cubicBezTo>
                  <a:cubicBezTo>
                    <a:pt x="69863" y="13095"/>
                    <a:pt x="87913" y="8068"/>
                    <a:pt x="105876" y="8068"/>
                  </a:cubicBezTo>
                  <a:close/>
                  <a:moveTo>
                    <a:pt x="106039" y="0"/>
                  </a:moveTo>
                  <a:cubicBezTo>
                    <a:pt x="85707" y="0"/>
                    <a:pt x="65738" y="5880"/>
                    <a:pt x="48768" y="16974"/>
                  </a:cubicBezTo>
                  <a:cubicBezTo>
                    <a:pt x="45016" y="13875"/>
                    <a:pt x="40221" y="11983"/>
                    <a:pt x="34969" y="11983"/>
                  </a:cubicBezTo>
                  <a:cubicBezTo>
                    <a:pt x="23161" y="11983"/>
                    <a:pt x="13538" y="21573"/>
                    <a:pt x="13538" y="33381"/>
                  </a:cubicBezTo>
                  <a:cubicBezTo>
                    <a:pt x="13538" y="38633"/>
                    <a:pt x="15430" y="43428"/>
                    <a:pt x="18562" y="47147"/>
                  </a:cubicBezTo>
                  <a:cubicBezTo>
                    <a:pt x="5905" y="66393"/>
                    <a:pt x="1" y="89553"/>
                    <a:pt x="1893" y="112680"/>
                  </a:cubicBezTo>
                  <a:cubicBezTo>
                    <a:pt x="3883" y="137243"/>
                    <a:pt x="14615" y="160371"/>
                    <a:pt x="32099" y="177822"/>
                  </a:cubicBezTo>
                  <a:cubicBezTo>
                    <a:pt x="51834" y="197492"/>
                    <a:pt x="78028" y="208322"/>
                    <a:pt x="105918" y="208322"/>
                  </a:cubicBezTo>
                  <a:cubicBezTo>
                    <a:pt x="133808" y="208322"/>
                    <a:pt x="160001" y="197492"/>
                    <a:pt x="179736" y="177822"/>
                  </a:cubicBezTo>
                  <a:cubicBezTo>
                    <a:pt x="199439" y="158152"/>
                    <a:pt x="210301" y="131991"/>
                    <a:pt x="210301" y="104167"/>
                  </a:cubicBezTo>
                  <a:cubicBezTo>
                    <a:pt x="210301" y="76342"/>
                    <a:pt x="199439" y="50181"/>
                    <a:pt x="179736" y="30511"/>
                  </a:cubicBezTo>
                  <a:cubicBezTo>
                    <a:pt x="162252" y="13059"/>
                    <a:pt x="139059" y="2360"/>
                    <a:pt x="114464" y="338"/>
                  </a:cubicBezTo>
                  <a:cubicBezTo>
                    <a:pt x="111653" y="112"/>
                    <a:pt x="108843" y="0"/>
                    <a:pt x="10603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40" name="Google Shape;2740;p112"/>
          <p:cNvSpPr/>
          <p:nvPr/>
        </p:nvSpPr>
        <p:spPr>
          <a:xfrm>
            <a:off x="7071064" y="2289317"/>
            <a:ext cx="455161" cy="379728"/>
          </a:xfrm>
          <a:custGeom>
            <a:rect b="b" l="l" r="r" t="t"/>
            <a:pathLst>
              <a:path extrusionOk="0" h="174387" w="209029">
                <a:moveTo>
                  <a:pt x="125652" y="8156"/>
                </a:moveTo>
                <a:cubicBezTo>
                  <a:pt x="129664" y="8156"/>
                  <a:pt x="132926" y="11418"/>
                  <a:pt x="132926" y="15397"/>
                </a:cubicBezTo>
                <a:cubicBezTo>
                  <a:pt x="132926" y="19377"/>
                  <a:pt x="129664" y="22639"/>
                  <a:pt x="125652" y="22639"/>
                </a:cubicBezTo>
                <a:cubicBezTo>
                  <a:pt x="121639" y="22639"/>
                  <a:pt x="118377" y="19377"/>
                  <a:pt x="118377" y="15397"/>
                </a:cubicBezTo>
                <a:cubicBezTo>
                  <a:pt x="118377" y="11418"/>
                  <a:pt x="121639" y="8156"/>
                  <a:pt x="125652" y="8156"/>
                </a:cubicBezTo>
                <a:close/>
                <a:moveTo>
                  <a:pt x="185966" y="8156"/>
                </a:moveTo>
                <a:cubicBezTo>
                  <a:pt x="189978" y="8156"/>
                  <a:pt x="193240" y="11418"/>
                  <a:pt x="193240" y="15397"/>
                </a:cubicBezTo>
                <a:cubicBezTo>
                  <a:pt x="193240" y="19377"/>
                  <a:pt x="189978" y="22639"/>
                  <a:pt x="185966" y="22639"/>
                </a:cubicBezTo>
                <a:cubicBezTo>
                  <a:pt x="181954" y="22639"/>
                  <a:pt x="178692" y="19377"/>
                  <a:pt x="178692" y="15397"/>
                </a:cubicBezTo>
                <a:cubicBezTo>
                  <a:pt x="178692" y="11418"/>
                  <a:pt x="181954" y="8156"/>
                  <a:pt x="185966" y="8156"/>
                </a:cubicBezTo>
                <a:close/>
                <a:moveTo>
                  <a:pt x="53529" y="13081"/>
                </a:moveTo>
                <a:cubicBezTo>
                  <a:pt x="56237" y="17746"/>
                  <a:pt x="57411" y="23128"/>
                  <a:pt x="56824" y="28608"/>
                </a:cubicBezTo>
                <a:cubicBezTo>
                  <a:pt x="56139" y="35458"/>
                  <a:pt x="52779" y="41656"/>
                  <a:pt x="47429" y="45995"/>
                </a:cubicBezTo>
                <a:cubicBezTo>
                  <a:pt x="42652" y="49867"/>
                  <a:pt x="36895" y="51751"/>
                  <a:pt x="31171" y="51751"/>
                </a:cubicBezTo>
                <a:cubicBezTo>
                  <a:pt x="24937" y="51751"/>
                  <a:pt x="18743" y="49516"/>
                  <a:pt x="13896" y="45179"/>
                </a:cubicBezTo>
                <a:lnTo>
                  <a:pt x="53529" y="13081"/>
                </a:lnTo>
                <a:close/>
                <a:moveTo>
                  <a:pt x="58977" y="80539"/>
                </a:moveTo>
                <a:cubicBezTo>
                  <a:pt x="62369" y="80539"/>
                  <a:pt x="65142" y="83312"/>
                  <a:pt x="65142" y="86704"/>
                </a:cubicBezTo>
                <a:lnTo>
                  <a:pt x="65142" y="92837"/>
                </a:lnTo>
                <a:lnTo>
                  <a:pt x="26650" y="92837"/>
                </a:lnTo>
                <a:lnTo>
                  <a:pt x="26650" y="86704"/>
                </a:lnTo>
                <a:cubicBezTo>
                  <a:pt x="26650" y="83312"/>
                  <a:pt x="29423" y="80539"/>
                  <a:pt x="32816" y="80539"/>
                </a:cubicBezTo>
                <a:close/>
                <a:moveTo>
                  <a:pt x="136286" y="80539"/>
                </a:moveTo>
                <a:cubicBezTo>
                  <a:pt x="139678" y="80539"/>
                  <a:pt x="142451" y="83312"/>
                  <a:pt x="142451" y="86704"/>
                </a:cubicBezTo>
                <a:lnTo>
                  <a:pt x="142451" y="92837"/>
                </a:lnTo>
                <a:lnTo>
                  <a:pt x="108885" y="92837"/>
                </a:lnTo>
                <a:lnTo>
                  <a:pt x="108885" y="86704"/>
                </a:lnTo>
                <a:cubicBezTo>
                  <a:pt x="108885" y="83312"/>
                  <a:pt x="111658" y="80539"/>
                  <a:pt x="115050" y="80539"/>
                </a:cubicBezTo>
                <a:close/>
                <a:moveTo>
                  <a:pt x="187271" y="100992"/>
                </a:moveTo>
                <a:lnTo>
                  <a:pt x="196730" y="114072"/>
                </a:lnTo>
                <a:lnTo>
                  <a:pt x="8155" y="114072"/>
                </a:lnTo>
                <a:lnTo>
                  <a:pt x="8155" y="100992"/>
                </a:lnTo>
                <a:close/>
                <a:moveTo>
                  <a:pt x="196665" y="122227"/>
                </a:moveTo>
                <a:lnTo>
                  <a:pt x="179442" y="145746"/>
                </a:lnTo>
                <a:lnTo>
                  <a:pt x="170863" y="145746"/>
                </a:lnTo>
                <a:cubicBezTo>
                  <a:pt x="167960" y="137200"/>
                  <a:pt x="159837" y="131035"/>
                  <a:pt x="150312" y="131035"/>
                </a:cubicBezTo>
                <a:cubicBezTo>
                  <a:pt x="140787" y="131035"/>
                  <a:pt x="132665" y="137200"/>
                  <a:pt x="129762" y="145746"/>
                </a:cubicBezTo>
                <a:lnTo>
                  <a:pt x="116453" y="145746"/>
                </a:lnTo>
                <a:cubicBezTo>
                  <a:pt x="113550" y="137200"/>
                  <a:pt x="105427" y="131035"/>
                  <a:pt x="95902" y="131035"/>
                </a:cubicBezTo>
                <a:cubicBezTo>
                  <a:pt x="86377" y="131035"/>
                  <a:pt x="78255" y="137200"/>
                  <a:pt x="75352" y="145746"/>
                </a:cubicBezTo>
                <a:lnTo>
                  <a:pt x="62043" y="145746"/>
                </a:lnTo>
                <a:cubicBezTo>
                  <a:pt x="59140" y="137200"/>
                  <a:pt x="51017" y="131035"/>
                  <a:pt x="41492" y="131035"/>
                </a:cubicBezTo>
                <a:cubicBezTo>
                  <a:pt x="31967" y="131035"/>
                  <a:pt x="23878" y="137200"/>
                  <a:pt x="20942" y="145746"/>
                </a:cubicBezTo>
                <a:lnTo>
                  <a:pt x="8155" y="145746"/>
                </a:lnTo>
                <a:lnTo>
                  <a:pt x="8155" y="122227"/>
                </a:lnTo>
                <a:close/>
                <a:moveTo>
                  <a:pt x="41492" y="139190"/>
                </a:moveTo>
                <a:cubicBezTo>
                  <a:pt x="48962" y="139190"/>
                  <a:pt x="55062" y="145257"/>
                  <a:pt x="55062" y="152727"/>
                </a:cubicBezTo>
                <a:cubicBezTo>
                  <a:pt x="55062" y="160164"/>
                  <a:pt x="48962" y="166231"/>
                  <a:pt x="41492" y="166231"/>
                </a:cubicBezTo>
                <a:cubicBezTo>
                  <a:pt x="34023" y="166231"/>
                  <a:pt x="27955" y="160164"/>
                  <a:pt x="27955" y="152727"/>
                </a:cubicBezTo>
                <a:cubicBezTo>
                  <a:pt x="27955" y="145257"/>
                  <a:pt x="34023" y="139190"/>
                  <a:pt x="41492" y="139190"/>
                </a:cubicBezTo>
                <a:close/>
                <a:moveTo>
                  <a:pt x="95902" y="139190"/>
                </a:moveTo>
                <a:cubicBezTo>
                  <a:pt x="103372" y="139190"/>
                  <a:pt x="109472" y="145257"/>
                  <a:pt x="109472" y="152727"/>
                </a:cubicBezTo>
                <a:cubicBezTo>
                  <a:pt x="109472" y="160164"/>
                  <a:pt x="103372" y="166231"/>
                  <a:pt x="95902" y="166231"/>
                </a:cubicBezTo>
                <a:cubicBezTo>
                  <a:pt x="88432" y="166231"/>
                  <a:pt x="82365" y="160164"/>
                  <a:pt x="82365" y="152727"/>
                </a:cubicBezTo>
                <a:cubicBezTo>
                  <a:pt x="82365" y="145257"/>
                  <a:pt x="88432" y="139190"/>
                  <a:pt x="95902" y="139190"/>
                </a:cubicBezTo>
                <a:close/>
                <a:moveTo>
                  <a:pt x="150312" y="139190"/>
                </a:moveTo>
                <a:cubicBezTo>
                  <a:pt x="157782" y="139190"/>
                  <a:pt x="163850" y="145257"/>
                  <a:pt x="163850" y="152727"/>
                </a:cubicBezTo>
                <a:cubicBezTo>
                  <a:pt x="163850" y="160164"/>
                  <a:pt x="157782" y="166231"/>
                  <a:pt x="150312" y="166231"/>
                </a:cubicBezTo>
                <a:cubicBezTo>
                  <a:pt x="142842" y="166231"/>
                  <a:pt x="136742" y="160164"/>
                  <a:pt x="136742" y="152727"/>
                </a:cubicBezTo>
                <a:cubicBezTo>
                  <a:pt x="136742" y="145257"/>
                  <a:pt x="142842" y="139190"/>
                  <a:pt x="150312" y="139190"/>
                </a:cubicBezTo>
                <a:close/>
                <a:moveTo>
                  <a:pt x="125652" y="1"/>
                </a:moveTo>
                <a:cubicBezTo>
                  <a:pt x="117138" y="1"/>
                  <a:pt x="110223" y="6916"/>
                  <a:pt x="110223" y="15397"/>
                </a:cubicBezTo>
                <a:cubicBezTo>
                  <a:pt x="110223" y="22476"/>
                  <a:pt x="115050" y="28445"/>
                  <a:pt x="121574" y="30239"/>
                </a:cubicBezTo>
                <a:lnTo>
                  <a:pt x="121574" y="72384"/>
                </a:lnTo>
                <a:lnTo>
                  <a:pt x="115050" y="72384"/>
                </a:lnTo>
                <a:cubicBezTo>
                  <a:pt x="107156" y="72384"/>
                  <a:pt x="100730" y="78810"/>
                  <a:pt x="100730" y="86704"/>
                </a:cubicBezTo>
                <a:lnTo>
                  <a:pt x="100730" y="92837"/>
                </a:lnTo>
                <a:lnTo>
                  <a:pt x="73297" y="92837"/>
                </a:lnTo>
                <a:lnTo>
                  <a:pt x="73297" y="86704"/>
                </a:lnTo>
                <a:cubicBezTo>
                  <a:pt x="73297" y="78810"/>
                  <a:pt x="66871" y="72384"/>
                  <a:pt x="58977" y="72384"/>
                </a:cubicBezTo>
                <a:lnTo>
                  <a:pt x="49974" y="72384"/>
                </a:lnTo>
                <a:lnTo>
                  <a:pt x="49974" y="54215"/>
                </a:lnTo>
                <a:cubicBezTo>
                  <a:pt x="50854" y="53628"/>
                  <a:pt x="51702" y="53008"/>
                  <a:pt x="52551" y="52323"/>
                </a:cubicBezTo>
                <a:cubicBezTo>
                  <a:pt x="59629" y="46614"/>
                  <a:pt x="64000" y="38492"/>
                  <a:pt x="64946" y="29456"/>
                </a:cubicBezTo>
                <a:cubicBezTo>
                  <a:pt x="65892" y="20453"/>
                  <a:pt x="63250" y="11613"/>
                  <a:pt x="57509" y="4567"/>
                </a:cubicBezTo>
                <a:cubicBezTo>
                  <a:pt x="56713" y="3586"/>
                  <a:pt x="55539" y="3078"/>
                  <a:pt x="54356" y="3078"/>
                </a:cubicBezTo>
                <a:cubicBezTo>
                  <a:pt x="53455" y="3078"/>
                  <a:pt x="52548" y="3374"/>
                  <a:pt x="51800" y="3980"/>
                </a:cubicBezTo>
                <a:lnTo>
                  <a:pt x="31707" y="20258"/>
                </a:lnTo>
                <a:lnTo>
                  <a:pt x="27401" y="14908"/>
                </a:lnTo>
                <a:cubicBezTo>
                  <a:pt x="26586" y="13927"/>
                  <a:pt x="25404" y="13419"/>
                  <a:pt x="24218" y="13419"/>
                </a:cubicBezTo>
                <a:cubicBezTo>
                  <a:pt x="23314" y="13419"/>
                  <a:pt x="22407" y="13714"/>
                  <a:pt x="21660" y="14321"/>
                </a:cubicBezTo>
                <a:cubicBezTo>
                  <a:pt x="19898" y="15756"/>
                  <a:pt x="19637" y="18333"/>
                  <a:pt x="21072" y="20062"/>
                </a:cubicBezTo>
                <a:lnTo>
                  <a:pt x="25378" y="25379"/>
                </a:lnTo>
                <a:lnTo>
                  <a:pt x="5317" y="41624"/>
                </a:lnTo>
                <a:cubicBezTo>
                  <a:pt x="4469" y="42309"/>
                  <a:pt x="3947" y="43287"/>
                  <a:pt x="3849" y="44364"/>
                </a:cubicBezTo>
                <a:cubicBezTo>
                  <a:pt x="3719" y="45440"/>
                  <a:pt x="4045" y="46517"/>
                  <a:pt x="4730" y="47365"/>
                </a:cubicBezTo>
                <a:cubicBezTo>
                  <a:pt x="11450" y="55618"/>
                  <a:pt x="21268" y="59891"/>
                  <a:pt x="31152" y="59891"/>
                </a:cubicBezTo>
                <a:cubicBezTo>
                  <a:pt x="34740" y="59891"/>
                  <a:pt x="38361" y="59336"/>
                  <a:pt x="41819" y="58195"/>
                </a:cubicBezTo>
                <a:lnTo>
                  <a:pt x="41819" y="72384"/>
                </a:lnTo>
                <a:lnTo>
                  <a:pt x="32816" y="72384"/>
                </a:lnTo>
                <a:cubicBezTo>
                  <a:pt x="24922" y="72384"/>
                  <a:pt x="18495" y="78810"/>
                  <a:pt x="18495" y="86704"/>
                </a:cubicBezTo>
                <a:lnTo>
                  <a:pt x="18495" y="92837"/>
                </a:lnTo>
                <a:lnTo>
                  <a:pt x="4077" y="92837"/>
                </a:lnTo>
                <a:cubicBezTo>
                  <a:pt x="1827" y="92837"/>
                  <a:pt x="0" y="94631"/>
                  <a:pt x="0" y="96914"/>
                </a:cubicBezTo>
                <a:lnTo>
                  <a:pt x="0" y="149824"/>
                </a:lnTo>
                <a:cubicBezTo>
                  <a:pt x="0" y="152074"/>
                  <a:pt x="1827" y="153901"/>
                  <a:pt x="4077" y="153901"/>
                </a:cubicBezTo>
                <a:lnTo>
                  <a:pt x="19833" y="153901"/>
                </a:lnTo>
                <a:cubicBezTo>
                  <a:pt x="20453" y="165286"/>
                  <a:pt x="29912" y="174386"/>
                  <a:pt x="41492" y="174386"/>
                </a:cubicBezTo>
                <a:cubicBezTo>
                  <a:pt x="53073" y="174386"/>
                  <a:pt x="62565" y="165286"/>
                  <a:pt x="63185" y="153901"/>
                </a:cubicBezTo>
                <a:lnTo>
                  <a:pt x="74243" y="153901"/>
                </a:lnTo>
                <a:cubicBezTo>
                  <a:pt x="74830" y="165286"/>
                  <a:pt x="84322" y="174386"/>
                  <a:pt x="95902" y="174386"/>
                </a:cubicBezTo>
                <a:cubicBezTo>
                  <a:pt x="107482" y="174386"/>
                  <a:pt x="116975" y="165286"/>
                  <a:pt x="117595" y="153901"/>
                </a:cubicBezTo>
                <a:lnTo>
                  <a:pt x="128620" y="153901"/>
                </a:lnTo>
                <a:cubicBezTo>
                  <a:pt x="129240" y="165286"/>
                  <a:pt x="138732" y="174386"/>
                  <a:pt x="150312" y="174386"/>
                </a:cubicBezTo>
                <a:cubicBezTo>
                  <a:pt x="161892" y="174386"/>
                  <a:pt x="171352" y="165286"/>
                  <a:pt x="171972" y="153901"/>
                </a:cubicBezTo>
                <a:lnTo>
                  <a:pt x="181497" y="153901"/>
                </a:lnTo>
                <a:cubicBezTo>
                  <a:pt x="182802" y="153901"/>
                  <a:pt x="184009" y="153281"/>
                  <a:pt x="184792" y="152238"/>
                </a:cubicBezTo>
                <a:lnTo>
                  <a:pt x="207984" y="120564"/>
                </a:lnTo>
                <a:cubicBezTo>
                  <a:pt x="208017" y="120498"/>
                  <a:pt x="208082" y="120433"/>
                  <a:pt x="208115" y="120368"/>
                </a:cubicBezTo>
                <a:cubicBezTo>
                  <a:pt x="209028" y="118965"/>
                  <a:pt x="208995" y="117106"/>
                  <a:pt x="208017" y="115769"/>
                </a:cubicBezTo>
                <a:lnTo>
                  <a:pt x="192653" y="94500"/>
                </a:lnTo>
                <a:cubicBezTo>
                  <a:pt x="191903" y="93457"/>
                  <a:pt x="190663" y="92837"/>
                  <a:pt x="189358" y="92837"/>
                </a:cubicBezTo>
                <a:lnTo>
                  <a:pt x="150606" y="92837"/>
                </a:lnTo>
                <a:lnTo>
                  <a:pt x="150606" y="86704"/>
                </a:lnTo>
                <a:cubicBezTo>
                  <a:pt x="150606" y="78810"/>
                  <a:pt x="144180" y="72384"/>
                  <a:pt x="136286" y="72384"/>
                </a:cubicBezTo>
                <a:lnTo>
                  <a:pt x="129729" y="72384"/>
                </a:lnTo>
                <a:lnTo>
                  <a:pt x="129729" y="30239"/>
                </a:lnTo>
                <a:cubicBezTo>
                  <a:pt x="134981" y="28804"/>
                  <a:pt x="139091" y="24694"/>
                  <a:pt x="140526" y="19475"/>
                </a:cubicBezTo>
                <a:lnTo>
                  <a:pt x="171091" y="19475"/>
                </a:lnTo>
                <a:cubicBezTo>
                  <a:pt x="172526" y="24694"/>
                  <a:pt x="176669" y="28804"/>
                  <a:pt x="181888" y="30239"/>
                </a:cubicBezTo>
                <a:lnTo>
                  <a:pt x="181888" y="47528"/>
                </a:lnTo>
                <a:cubicBezTo>
                  <a:pt x="174353" y="49355"/>
                  <a:pt x="168743" y="56139"/>
                  <a:pt x="168743" y="64229"/>
                </a:cubicBezTo>
                <a:lnTo>
                  <a:pt x="168743" y="73265"/>
                </a:lnTo>
                <a:cubicBezTo>
                  <a:pt x="168743" y="75516"/>
                  <a:pt x="170569" y="77342"/>
                  <a:pt x="172820" y="77342"/>
                </a:cubicBezTo>
                <a:cubicBezTo>
                  <a:pt x="175071" y="77342"/>
                  <a:pt x="176898" y="75516"/>
                  <a:pt x="176898" y="73265"/>
                </a:cubicBezTo>
                <a:lnTo>
                  <a:pt x="176898" y="64229"/>
                </a:lnTo>
                <a:cubicBezTo>
                  <a:pt x="176898" y="59238"/>
                  <a:pt x="180942" y="55193"/>
                  <a:pt x="185966" y="55193"/>
                </a:cubicBezTo>
                <a:cubicBezTo>
                  <a:pt x="190957" y="55193"/>
                  <a:pt x="195034" y="59238"/>
                  <a:pt x="195034" y="64229"/>
                </a:cubicBezTo>
                <a:lnTo>
                  <a:pt x="195034" y="73265"/>
                </a:lnTo>
                <a:cubicBezTo>
                  <a:pt x="195034" y="75516"/>
                  <a:pt x="196861" y="77342"/>
                  <a:pt x="199112" y="77342"/>
                </a:cubicBezTo>
                <a:cubicBezTo>
                  <a:pt x="201362" y="77342"/>
                  <a:pt x="203189" y="75516"/>
                  <a:pt x="203189" y="73265"/>
                </a:cubicBezTo>
                <a:lnTo>
                  <a:pt x="203189" y="64229"/>
                </a:lnTo>
                <a:cubicBezTo>
                  <a:pt x="203189" y="56139"/>
                  <a:pt x="197579" y="49355"/>
                  <a:pt x="190043" y="47528"/>
                </a:cubicBezTo>
                <a:lnTo>
                  <a:pt x="190043" y="30239"/>
                </a:lnTo>
                <a:cubicBezTo>
                  <a:pt x="196567" y="28445"/>
                  <a:pt x="201395" y="22476"/>
                  <a:pt x="201395" y="15397"/>
                </a:cubicBezTo>
                <a:cubicBezTo>
                  <a:pt x="201395" y="6916"/>
                  <a:pt x="194480" y="1"/>
                  <a:pt x="185966" y="1"/>
                </a:cubicBezTo>
                <a:cubicBezTo>
                  <a:pt x="178887" y="1"/>
                  <a:pt x="172885" y="4796"/>
                  <a:pt x="171091" y="11320"/>
                </a:cubicBezTo>
                <a:lnTo>
                  <a:pt x="140526" y="11320"/>
                </a:lnTo>
                <a:cubicBezTo>
                  <a:pt x="138732" y="4796"/>
                  <a:pt x="132763" y="1"/>
                  <a:pt x="125652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112">
            <a:hlinkClick action="ppaction://hlinkshowjump?jump=previousslide"/>
          </p:cNvPr>
          <p:cNvSpPr/>
          <p:nvPr/>
        </p:nvSpPr>
        <p:spPr>
          <a:xfrm rot="2700000">
            <a:off x="242640" y="19519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112"/>
          <p:cNvSpPr/>
          <p:nvPr/>
        </p:nvSpPr>
        <p:spPr>
          <a:xfrm>
            <a:off x="194250" y="2619642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4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743" name="Google Shape;2743;p112"/>
          <p:cNvSpPr/>
          <p:nvPr/>
        </p:nvSpPr>
        <p:spPr>
          <a:xfrm>
            <a:off x="190588" y="2161967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744" name="Google Shape;2744;p112">
            <a:hlinkClick action="ppaction://hlinkshowjump?jump=nextslide"/>
          </p:cNvPr>
          <p:cNvSpPr/>
          <p:nvPr/>
        </p:nvSpPr>
        <p:spPr>
          <a:xfrm rot="-8100000">
            <a:off x="242640" y="29578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112"/>
          <p:cNvSpPr txBox="1"/>
          <p:nvPr/>
        </p:nvSpPr>
        <p:spPr>
          <a:xfrm>
            <a:off x="731050" y="365525"/>
            <a:ext cx="1747200" cy="14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Starship and Blue Moon launch multiple tanker flights just to refill a single lander in orbit.</a:t>
            </a:r>
            <a:endParaRPr sz="12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  <p:sp>
        <p:nvSpPr>
          <p:cNvPr id="2746" name="Google Shape;2746;p112"/>
          <p:cNvSpPr txBox="1"/>
          <p:nvPr/>
        </p:nvSpPr>
        <p:spPr>
          <a:xfrm>
            <a:off x="6409950" y="460325"/>
            <a:ext cx="18885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urce Code Pro Light"/>
                <a:ea typeface="Source Code Pro Light"/>
                <a:cs typeface="Source Code Pro Light"/>
                <a:sym typeface="Source Code Pro Light"/>
              </a:rPr>
              <a:t>Buying propellant from us would reduce their mission complexity and launch count.</a:t>
            </a:r>
            <a:endParaRPr sz="1200">
              <a:solidFill>
                <a:schemeClr val="lt1"/>
              </a:solidFill>
              <a:latin typeface="Source Code Pro Light"/>
              <a:ea typeface="Source Code Pro Light"/>
              <a:cs typeface="Source Code Pro Light"/>
              <a:sym typeface="Source Code Pro Ligh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27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0" name="Shape 2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1" name="Google Shape;2751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199" cy="4440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5" name="Shape 2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6" name="Google Shape;2756;p114"/>
          <p:cNvSpPr txBox="1"/>
          <p:nvPr>
            <p:ph type="title"/>
          </p:nvPr>
        </p:nvSpPr>
        <p:spPr>
          <a:xfrm>
            <a:off x="924875" y="781150"/>
            <a:ext cx="3068700" cy="103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2757" name="Google Shape;2757;p114">
            <a:hlinkClick action="ppaction://hlinkshowjump?jump=previousslide"/>
          </p:cNvPr>
          <p:cNvSpPr/>
          <p:nvPr/>
        </p:nvSpPr>
        <p:spPr>
          <a:xfrm rot="2700000">
            <a:off x="242640" y="19519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8" name="Google Shape;2758;p114">
            <a:hlinkClick action="ppaction://hlinksldjump" r:id="rId3"/>
          </p:cNvPr>
          <p:cNvSpPr/>
          <p:nvPr/>
        </p:nvSpPr>
        <p:spPr>
          <a:xfrm>
            <a:off x="194250" y="2619642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 action="ppaction://hlinksldjump"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0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759" name="Google Shape;2759;p114"/>
          <p:cNvSpPr/>
          <p:nvPr/>
        </p:nvSpPr>
        <p:spPr>
          <a:xfrm>
            <a:off x="190588" y="2161967"/>
            <a:ext cx="335100" cy="342600"/>
          </a:xfrm>
          <a:prstGeom prst="frame">
            <a:avLst>
              <a:gd fmla="val 6852" name="adj1"/>
            </a:avLst>
          </a:prstGeom>
          <a:gradFill>
            <a:gsLst>
              <a:gs pos="0">
                <a:srgbClr val="B45F06"/>
              </a:gs>
              <a:gs pos="100000">
                <a:srgbClr val="F1C232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uFill>
                  <a:noFill/>
                </a:uFill>
                <a:latin typeface="Teko"/>
                <a:ea typeface="Teko"/>
                <a:cs typeface="Teko"/>
                <a:sym typeface="Teko"/>
                <a:hlinkClick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</a:t>
            </a:r>
            <a:endParaRPr sz="2500">
              <a:solidFill>
                <a:schemeClr val="lt1"/>
              </a:solidFill>
              <a:latin typeface="Teko"/>
              <a:ea typeface="Teko"/>
              <a:cs typeface="Teko"/>
              <a:sym typeface="Teko"/>
            </a:endParaRPr>
          </a:p>
        </p:txBody>
      </p:sp>
      <p:sp>
        <p:nvSpPr>
          <p:cNvPr id="2760" name="Google Shape;2760;p114">
            <a:hlinkClick action="ppaction://hlinkshowjump?jump=nextslide"/>
          </p:cNvPr>
          <p:cNvSpPr/>
          <p:nvPr/>
        </p:nvSpPr>
        <p:spPr>
          <a:xfrm rot="-8100000">
            <a:off x="242640" y="2957803"/>
            <a:ext cx="233770" cy="233770"/>
          </a:xfrm>
          <a:prstGeom prst="halfFrame">
            <a:avLst>
              <a:gd fmla="val 11354" name="adj1"/>
              <a:gd fmla="val 10736" name="adj2"/>
            </a:avLst>
          </a:prstGeom>
          <a:gradFill>
            <a:gsLst>
              <a:gs pos="0">
                <a:srgbClr val="B45F06"/>
              </a:gs>
              <a:gs pos="100000">
                <a:schemeClr val="l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61" name="Google Shape;2761;p114"/>
          <p:cNvPicPr preferRelativeResize="0"/>
          <p:nvPr/>
        </p:nvPicPr>
        <p:blipFill rotWithShape="1">
          <a:blip r:embed="rId5">
            <a:alphaModFix/>
          </a:blip>
          <a:srcRect b="0" l="12546" r="16370" t="0"/>
          <a:stretch/>
        </p:blipFill>
        <p:spPr>
          <a:xfrm>
            <a:off x="4914925" y="695975"/>
            <a:ext cx="3259800" cy="3439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2" name="Google Shape;2762;p1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1750" y="1966150"/>
            <a:ext cx="4033266" cy="302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strophysics Lesson for College by Slidesgo">
  <a:themeElements>
    <a:clrScheme name="Simple Light">
      <a:dk1>
        <a:srgbClr val="1E1F24"/>
      </a:dk1>
      <a:lt1>
        <a:srgbClr val="F1C232"/>
      </a:lt1>
      <a:dk2>
        <a:srgbClr val="1E1F24"/>
      </a:dk2>
      <a:lt2>
        <a:srgbClr val="FFFFFF"/>
      </a:lt2>
      <a:accent1>
        <a:srgbClr val="FFAB4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strophysics Lesson for College by Slidesgo">
  <a:themeElements>
    <a:clrScheme name="Simple Light">
      <a:dk1>
        <a:srgbClr val="1E1F24"/>
      </a:dk1>
      <a:lt1>
        <a:srgbClr val="F1C232"/>
      </a:lt1>
      <a:dk2>
        <a:srgbClr val="1E1F24"/>
      </a:dk2>
      <a:lt2>
        <a:srgbClr val="FFFFFF"/>
      </a:lt2>
      <a:accent1>
        <a:srgbClr val="FFAB40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